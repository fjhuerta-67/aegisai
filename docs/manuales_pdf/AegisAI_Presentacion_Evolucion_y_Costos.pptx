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CASO DE ESTUDIO DE INGENIERÍA Y FINOPS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v2.5 • Presentación de Evolución y 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Google Cloud Run • Vertex AI • Model Armor • AutoSxS • SCC AI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25880"/>
            <a:ext cx="6522415" cy="365760"/>
          </a:xfrm>
          <a:prstGeom prst="roundRect">
            <a:avLst/>
          </a:prstGeom>
          <a:solidFill>
            <a:srgbClr val="1221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Arial"/>
              </a:rPr>
              <a:t>DE POC EN GOOGLE AI STUDIO A RELEASE CANDIDATE EN ANTIGRAVITY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7286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Aseguramiento, Auto-Auditoría y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38BDF8"/>
                </a:solidFill>
                <a:latin typeface="Arial"/>
              </a:rPr>
              <a:t>Economía FinOps en 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E2E8F0"/>
                </a:solidFill>
                <a:latin typeface="Arial"/>
              </a:rPr>
              <a:t>Cómo AegisAI Enterprise fue prototipado en Google AI Studio (Gemini 3.8 a 3.6 Flash), desarrollado en Google Antigravity (Gemini 3.8 Flash), auto-auditado bajo OWASP AI-SVS v1.0 e ISO/IEC 42001:2023 (68.9% ➔ 97.8%), y presentado como Release Candidate ante Farmacias del Ahorro, Asociación Mexicana de Franquicias y Grupo Coppel—por $19.41 USD en total.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90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1. PoC en AI Studio (Gemini 3.8–3.6 Flash)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Arial"/>
              </a:rPr>
              <a:t>2. Ingeniería en Antigravity (3.8 Flash)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322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3. Auto-Auditoría: 68.9% ➔ 97.8%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90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61840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B4FE"/>
                </a:solidFill>
                <a:latin typeface="Arial"/>
              </a:rPr>
              <a:t>4. RC: Farmacias del Ahorro • AMF • Coppel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706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5. Stack GCP ISO 42001 en 3 Fases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6. Costo Total de Creación: $19.41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EVOLUCIÓN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Evolución del Producto en 4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AI Studio (3.8–3.6 Flash) ➔ Antigravity (3.8 Flash) ➔ Auto-Auditoría ➔ Release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CICLO DE VIDA DE INGENIERÍA DE EXTREMO A EXTREMO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Cómo Construimos, Auto-Auditamos y Validamos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Un recorrido de ingeniería agéntica en cuatro etapas desde la prueba de concepto hasta el Release Candidate empresarial.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FASE 1 • PRUEBA DE CONCEPTO (POC)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1. Prototipado en Google AI Studio (Gemini 3.8 a 3.6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Construcción de la Prueba de Concepto inicial en Google AI Studio utilizando Gemini 3.8 Flash con conmutación a Gemini 3.6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Validación de generación bajo JSON Schema estricto, razonamiento normativo multi-capítulo e interfaz inicial en React.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Demostró que los modelos Flash con temperatura 0.0 evalúan controles complejos de seguridad con precisión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60A5FA"/>
                </a:solidFill>
                <a:latin typeface="Arial"/>
              </a:rPr>
              <a:t>FASE 2 • INGENIERÍA FULL-STACK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Migración a Google Antigravity (Desarrollado con 3.8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Migración del código base a Google Antigravity (AGY) operando con Gemini 3.8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Ejecución de más de 171 prompts de ingeniería en 7 fases para construir el backend Express/TypeScript, el motor Map-Reduce, el GCP Live Scanner, Firestore y los 16 manuales PDF bilingües.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Desplegado en Google Cloud Run detrás de Identity-Aware Proxy (IAP).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FASE 3 • DOGFOODING Y ENDURECIMIENTO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Auto-Auditoría de Código y Manuales contra AegisAI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Con el prototipo en Cloud Run, cargamos el propio código y paquete de 10 PDFs de AegisAI (Originaldocs.zip) dentro de la plataforma para auditarla contra OWASP AI-SVS v1.0 e ISO/IEC 42001:2023.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La auto-auditoría base (MULTI-2026-0437) obtuvo 68.9% y detectó 35 brechas (6 Fallidos, 29 Falta Evidencia).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Remediamos manuales y aplicación, alcanzando 97.8% en re-auditoría (MULTI-2026-8983, 100% ISO 42001, 0 fallos).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FASE 4 • VALIDACIÓN EMPRESARIAL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4. Release Candidate (RC) Presentado a Líderes en México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Presentación del Release Candidate (RC) endurecido ante tres organizaciones líderes: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1. Farmacias del Ahorro (Salud y Retail Farmacéutico)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2. Asociación Mexicana de Franquicias — AMF (Ecosistema de Franquicias)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3. Grupo Coppel (Servicios Financieros y Retail Omnicanal)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Validación simultánea de OWASP AI-SVS, ISO 42001, LFPC y LFPDPPP.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CASO DE AUTO-AUDITORÍA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Verificación en Bucle Cerrado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IDs en Firestore: MULTI-2026-0437 (Base 68.9%) ➔ MULTI-2026-8983 (Remediado 97.8%)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VERIFICACIÓN EN BUCLE CERRADO ('DOGFOODING')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Auditando el Código y Manuales de AegisAI con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Cómo AegisAI diagnosticó 35 brechas de OWASP AI-SVS e ISO 42001 en su propio prototipo y guió su remediación hasta 97.8%.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87171"/>
                </a:solidFill>
                <a:latin typeface="Arial"/>
              </a:rPr>
              <a:t>ANTES DEL ENDURECIMIENTO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87171"/>
                </a:solidFill>
                <a:latin typeface="Arial"/>
              </a:rPr>
              <a:t>1. Auto-Auditoría Base (MULTI-2026-0437)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Puntaje Global: 68.9% (Nivel L2)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71.8% (17 brechas)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66.7% (18 brechas)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Hallazgos Detectados por AegisAI: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Directorio /app/config escribible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Comparación === vulnerable a timing (C05.3)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Rol roles/viewer en SA de ejecución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Falta de manifiesto SHA-256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Falta de Manual AIMS ISO 42001 y apelación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EJECUCIÓN DE INGENIERÍA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Remediación Integral en Antigravity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Generador: Recetario Sección 4 sin truncar (los 35 parches completos), corte por oración completa y detección precisa de lenguaje.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Contenedor y Cloud: chmod -R a-w /app (C04.1), Cloud IAP + bloqueo SSRF/IMDS (C04.3), revocación de roles/viewer (C05.2).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Guardrails: Manifiesto SHA-256 (C01.4), detector crescendo (C02.10), crypto.timingSafeEqual (C05.3), cuotas Anti-DoW (C11.1), sagas (C09.4).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Manuales y Reglas: Manual 8 AIMS ISO 42001 y 308/308 pruebas de reglas Firestore aprobadas.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RELEASE CANDIDATE VERIFICADO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Re-Auditoría Post-Fix (MULTI-2026-8983)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Puntaje Global: 97.8% (+28.9 pts)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100.0% (54/54 controles aprobados, 0 Fallidos)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94.7% (45/49 aprobados, 0 Fallidos)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Telemetría Real en Firestore: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Modelo: gemini-3.8-flash en Vertex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Tokens de Entrada: 1,758,724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Tokens de Salida: 100,715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Cero fallos críticos o altos restantes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Valor de la Auto-Auditoría: Auditar AegisAI consigo misma demostró que el motor no alucina aprobaciones: detectó vulnerabilidades sutiles (como providedToken === configuredToken y brechas documentales de ISO 42001) y verificó su cierre tras la remediación.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RELEASE CANDIDATE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Roadshow Ejecutivo del Release Candidate (RC)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Validado con Farmacias del Ahorro • Asociación Mexicana de Franquicias • Grupo Coppel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VALIDACIÓN DE MERCADO Y ROADSHOW EJECUTIVO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Release Candidate (RC) Presentado ante Empresas Estratégicas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Tras completar el ciclo de auto-auditoría y endurecimiento, presentamos el Release Candidate ante tres organizaciones líderes en México.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SALUD Y RETAIL FARMACÉUTICO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Farmacias del Ahorro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Enfoque del Caso de Uso: Auditoría de asistentes digitales farmacéuticos, orientación clínica y atención omnicanal con IA.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Capacidades Clave Demostradas: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Protección estricta de datos sensibles de salud/PII bajo la LFPDPPP y enmascaramiento DLP pre-inferencia.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Mitigación de alucinaciones (temperature: 0.0) y escalamiento a revisión humana (ISO 42001 A.5.2).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Telemetría continua de citación y anclaje RAG (C08.4) en Vertex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ECOSISTEMA NACIONAL DE FRANQUICIAS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Asociación Mexicana de Franquicias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Enfoque del Caso de Uso: Estandarización de gobernanza de IA, chatbots comerciales y publicidad automatizada en redes de franquicias.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Capacidades Clave Demostradas: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Cumplimiento LFPC (Profeco 2026): prevención de patrones oscuros y retracto comercial de 5 días (Art. 56).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Motor BYOF: Marcos normativos propios para franquicias con auditorías Flash de ultra bajo costo ($0.08 USD).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SERVICIOS FINANCIEROS Y RETAIL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Grupo Coppel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Enfoque del Caso de Uso: Modelos de riesgo crediticio, prevención de fraude transaccional y gobernanza corporativa de GenAI a gran escala.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Capacidades Clave Demostradas: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Certificación simultánea OWASP AI-SVS v1.0 (Nivel L2/L3) + ISO/IEC 42001:2023.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Aislamiento multi-inquilino por dominio (C05.4, C08.1), borde Cloud IAP Zero-Trust y GCP Live Scanner sin llaves.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Generación de arquitectura remediada y recetario Terraform/TypeScript.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Impacto en las Presentaciones RC: Los comités directivos destacaron la capacidad única de AegisAI para unificar estándares globales (OWASP AI-SVS + ISO 42001) con legislación mexicana (LFPDPPP + LFPC) entregando código listo para producción en minutos.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ECONOMÍA UNITARIA 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Economía Unitaria por Auditoría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Fuente: Telemetría Real en Cloud Firestore (aegis-ai-db) Auditorías MULTI-2026-0437, 8983, 0507 y 1250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ANÁLISIS FINOPS: COSTO POR AUDITORÍA COMPLETA OWASP AI-SVS + ISO/IEC 42001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Gemini (3.8 Flash, 3.1 Pro, 4.0 Argon) vs. Claude (Fable 5.1, Opus 5.5)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Calculado con telemetría real de tokens en Firestore a través de las 12 llamadas Map-Reduce por auditoría multi-estándar.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11680"/>
                <a:gridCol w="2194560"/>
                <a:gridCol w="2377440"/>
                <a:gridCol w="2011680"/>
              </a:tblGrid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Modelo de IA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Tarifa API (In / Out por 1M)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Auditoría Estándar (370K In + 40K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Suite 10 PDFs (1.64M In + 86.5K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Multiplicador vs. 3.8 Flash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3.8 Flash (Producción)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$0.15 / $0.60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$0.08 USD ($0.0795)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$0.30 USD ($0.2979)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1.0x (Base)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3.1 Pro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$1.25 / $10.00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$0.86 USD ($0.8625)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$2.92 USD ($2.9150)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9.8x – 10.8x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4.0 Argon (Frontier)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$2.00 / $12.00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$1.22 USD ($1.2200)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$4.32 USD ($4.3180)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14.5x – 15.3x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Fable 5.1 Medium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$3.00 / $15.00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$1.71 USD ($1.7100)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$6.22 USD ($6.2175)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20.9x – 21.5x más caro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Opus 5.5 Max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$15.00 / $75.00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$8.55 USD ($8.5500)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$31.09 USD ($31.0875)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104.4x – 107.5x más caro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Base de Telemetría Real (Firestore)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Auditoría Estándar (MULTI-2026-0507 / 1250): Promedio 368,827 tokens entrada + 39,812 salida.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Auditoría ZIP 10 PDFs (MULTI-2026-0437 / 8983): Promedio 1,638,410 entrada + 86,495 salida en 12 lotes (~136K contexto/llamada).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FinOps Anual @ 1,000 Auditorías/Año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3.8 Flash: $298 / año (ZIP) o $80 / año (Estándar)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3.1 Pro: $2,915 / año (ZIP) o $863 / año (Estándar)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4.0 Argon: $4,318 / año (ZIP) o $1,220 / año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Gasto Competidor @ 1,000 Auditorías/Año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Fable 5.1 Medium: $6,218 / año (21x mayor)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Opus 5.5 Max: $31,088 / año (104x mayor)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Ahorro con Gemini 3.8 Flash: &gt;99% de reducción en costos.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COSTO TOTAL DE CREACIÓN (TCO)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Costo Total de Desarrollo (TCO)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99.0% de Ahorro vs. Claude Opus 5.5 Max • 99.98% de Ahorro vs. Desarrollo Tradicional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ROI DE INGENIERÍA Y DESGLOSE DE COSTOS DE DESARROLLO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Cuánto Dinero Gastamos Creando AegisAI: $19.41 USD en Total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Contabilidad completa de consumo de tokens de IA e infraestructura Google Cloud desde el PoC en AI Studio hasta el Release Candidate.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$19.41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Inversión Total para crear AegisAI (Tokens IA + GCP)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~71.0M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Tokens Totales de Entrada en AI Studio, Antigravity y 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$1,931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Costo del mismo volumen de tokens en Claude Opus 5.5 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~$95,000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Costo equivalente de ingeniería tradicional (4 ing. × 3 meses)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54680"/>
          <a:ext cx="1109441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230575"/>
                <a:gridCol w="1371600"/>
                <a:gridCol w="1371600"/>
              </a:tblGrid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Fase de Desarrollo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Plataforma y Modelo Utilizado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Volumen / Actividad de Ingeniería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Gasto Real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En Opus 5.5 Max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1. Prueba de Concepto (PoC)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AI Studio (Gemini 3.8–3.6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~45 iteraciones • ~4.2M In / ~0.9M Out tokens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$1.17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$130.50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2. Full-Stack y Manuales (Fases 1–7)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171 prompts + 16 PDFs • ~38.0M In / ~6.5M Out tokens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$9.60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$1,057.50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3. Endurecimiento Cloud y Remediación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IAP, 308 tests, 35 controles • ~24.0M In / ~3.8M Out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$5.88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$645.00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4. Auto-Auditorías en Vivo y QA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Vertex AI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MULTI-2026-0437, 8983, 0507, 1250 • ~4.8M In / ~0.32M Out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$0.91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$96.00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5. Infraestructura Google Cloud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Build, Cloud Run, Firestore, IAM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9 builds de contenedor, Cloud Run scale-to-zero, aegis-ai-db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INVERSIÓN TOTAL DE CREACIÓN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Studio + Antigravity + Google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~71.0M Entrada + ~11.52M Salida + Infraestructura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$19.41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$1,930.85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PANORAMA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Diagnóstico de Riesgos de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Fuente: IBM Cost of a Data Breach 2025, OWASP AI-SVS v1.0 e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EL PROBLEMA A RESOLVER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El Punto Ciego Crítico en la Adopción Empresarial de GenAI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Las organizaciones despliegan modelos generativos, flujos agénticos, herramientas MCP y pipelines RAG sin verificación arquitectónica ni gobernanza ISO 42001.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Brechas de Acceso y Despliegue sin Gobierno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Según IBM Cost of a Data Breach 2025, el 13% de las organizaciones sufrió brechas en modelos o aplicaciones de IA, y el 97% de ellas carecía de controles de acceso adecuados o Evaluación de Impacto (ISO 42001 A.5.1).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Superficie Multi-Turno y Agéntica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Pipelines RAG, servidores MCP y agentes introducen vectores críticos: Inyección Multi-Turno Crescendo (C02.10), Envenenamiento Normativo/Vectorial (C01.4) y exfiltración SSRF/IMDS (C04.3).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Silo entre CISO y Ciencia de Datos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Los equipos de seguridad carecen de herramientas para auditar grafos de agentes, manifiestos MCP (C10.1) y ACLs vectoriales (C08.1) antes de pasar a producción.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Brecha de Gobernanza Operativa (ISO/IEC 42001)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Dificultad para operacionalizar los controles de ISO/IEC 42001:2023 —como Políticas Corporativas de IA (A.2.1), Canal Ético Confidencial (A.3.3), Inventario de Activos IA (A.4.1) y Apelación Humana (A.5.2)— en el ciclo de ingeniería.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Proliferación de 'Shadow AI' y Denial of Wallet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Invocaciones externas sin cuotas, comparación insegura de tokens (C05.3), cuentas de servicio sobre-privilegiadas (C05.2), falta de presupuestos Anti-DoW (C11.1) y exposición de logprobs (C11.4).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GOBERNANZA Y ESTÁNDARES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Motor de Marcos y Cumplimiento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Alineado con OWASP AI-SVS v1.0, ISO/IEC 42001:2023, NIST AI RMF y 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MATRIZ DE CUMPLIMIENTO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Soporte Multi-Estándar y Gobernanza AIMS ISO/IEC 42001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Evaluación simultánea de estándares técnicos globales de seguridad en IA, sistemas de gestión y leyes de privacidad.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4876495"/>
                <a:gridCol w="1645920"/>
              </a:tblGrid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Estándar / Marco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Alcance Técnico y Gobernanza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Controles Clave Verificados y Aplicados por AegisAI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OWASP AI-SVS v1.0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Estándar de Verificación de Seguridad en IA (12 Capítulos)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C01.4 Manifiesto SHA-256, C02.10 Guardia Crescendo, C04.1 Contenedor Read-Only, C04.3 Cloud IAP y Bloqueo SSRF, C05.2–C05.4 Auth en Tiempo Constante e IAM, C08.1/C08.4 ACLs RAG, C09.4 Sagas, C10.1–C10.5 Seguridad MCP, C11.1/C11.4 Anti-DoW y Logprobs Off, C12.2 Alertas SIEM.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L1 / L2 / L3 Listo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ISO/IEC 42001:2023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Sistema de Gestión de IA (AIMS Cláusulas 4–10 y Anexo A)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Cláusula 4.1/4.2 Contexto y Stakeholders, Cláusula 5/A.2.1/A.2.3 Política Corporativa IA, Cláusula 7/A.3.3 Competencia y Canal Ético, A.4.1 Inventario IA, A.5.1–A.5.3 Evaluación de Impacto y Apelación Humana, Cláusula 9 KPIs y Auditoría Interna, A.9.1/A.9.2 Uso Aceptable.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Certificación Lista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Regulación Mexicana (2026)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Protección al Consumidor (LFPC) y Datos Personales (LFPDPPP)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Transparencia algorítmica, prevención de patrones oscuros, retracto de 5 días (Art. 56 LFPC), purga en cascada ARCO y enmascaramiento DLP.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Estatutario Local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Marco BYOF Personalizado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Bring Your Own Framework (Multi-Inquilino)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Ingesta autenticada por administrador (C05.3) con verificación SHA-256 (C01.4) y pre-filtrado ACL por dominio de inquilino (allowedDomains, C08.1).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Aislado por Tenant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76672"/>
            <a:ext cx="11094415" cy="7863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9">
                <a:solidFill>
                  <a:srgbClr val="E2E8F0"/>
                </a:solidFill>
                <a:latin typeface="Arial"/>
              </a:rPr>
              <a:t>Motor Map-Reduce Cruzado sin Colisiones: Evalúa más de 103 controles combinados de OWASP AI-SVS e ISO/IEC 42001 en lotes paralelos usando enums de capítulo restringidos para que las Cláusulas 9/10 y Anexo A.9/A.10 jamás colisionen con C09/C10.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INGENIERÍA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Arquitectura C4 y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Desplegado en Google Cloud Run (Revisión aegis-ai-00013)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ARQUITECTURA DE SOFTWARE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Arquitectura Zero-Trust de 4 Capas y Defensa en Profundidad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Arquitectura serverless endurecida en Google Cloud Run detrás de Identity-Aware Proxy (IAP) con inferencia Vertex AI ADC sin llaves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Perímetro y SPA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IAP (--no-allow-unauthenticated)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React 19 + TS + Vite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Lista blanca OAuth 2.0 en Firebase Auth (google.com, altostrat.com)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Avisos visibles ISO 42001 de Política, Apelación (A.5.2) y Canal Ético (A.3.3)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2. API Endurecida y Model Armor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Contenedor Read-Only (chmod -R a-w /app, 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Google Cloud Model Armor sanitizando entradas/salidas en línea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Tokens en tiempo constante (crypto.timingSafeEqual, 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Guardia DNS Rebinding (C10.5) y Firma MCP (C10.1)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Cuotas Anti-DoW (C11.1)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3. Vertex AI ADC y Multi-LLM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AI (gemini-3.8-flash) vía IAM ADC sin requerir llave API Gemini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Model Garden / Model Registry con modelos firmados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Motor Multi-Proveedor (Claude, OpenRouter, OpenAI, Local Proxy)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Detector Multi-Turno Crescendo (C02.10) y Logprobs Off (C11.4)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Bloqueo SSRF/IMDS (C04.3)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4. Datos, AutoSxS y SCC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Firestore (aegis-ai-db) vía Admin SDK (308/308 pruebas)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Evaluation Service (AutoSxS) y Model Monitoring (skew/drift)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Security Command Center (SCC) AI Protection con alertas SOC en tiempo real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Manifiesto SHA-256 (C01.4) y Sagas Compensatorias (C09.4)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30">
                <a:solidFill>
                  <a:srgbClr val="E2E8F0"/>
                </a:solidFill>
                <a:latin typeface="Arial"/>
              </a:rPr>
              <a:t>Aislamiento Zero-Trust y Alertas SCC AI (C12.2): El estado dinámico se guarda exclusivamente en Firestore (system_config/admin_settings) y /tmp/aegis-runtime-cache. Cada intento de inyección de prompts emite una alerta en tiempo real hacia SCC AI Protection para respuesta inmediata del SOC.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PROTECCIÓN IA EN GOOGLE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Stack de Protección ISO/IEC 42001 (Fases 3, 4 y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Model Garden/Registry • Model Armor • Vertex Evaluation (AutoSxS) • Model Monitoring • SCC con Protección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CICLO DE VIDA DE PROTECCIÓN IA EN GOOGLE CLOUD (ISO 42001)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5 Productos Nativos de Seguridad y Gobernanza en las Fases 3, 4 y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Cómo AegisAI operacionaliza ISO/IEC 42001:2023 y OWASP AI-SVS v1.0 en Desarrollo, Evaluación y Despliegue Controlado en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FASE 3 • DISEÑO Y PROTECCIÓN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Fase 3: Desarrollo y Protecciones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Diseño de sistemas AI, desarrollo y cadena de suministro.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Mapa Visual de Brechas: Genera un mapa visual y basado en evidencia de las brechas entre el estado actual y el deseado (L1/L2/L3).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Model Garden / Model Registry: Librería de modelos revisados (Garden) y modelos personales (Registry). Modelos firmados y verificados por Google y socios, evitando modelos de Internet con posibles puertas traseras (ISO A.6.1.2 / A.7.3, C01.4).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Model Armor: Se posiciona delante de los LLM. Sanitiza entradas y salidas en tiempo real, bloquea inyección de prompts y jailbreaks, y filtra contenido tóxico del usuario y respuestas por igual (ISO A.6.2.6, 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FASE 4 • EVALUACIÓN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Fase 4: Evaluación de Controles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Revisión automatizada de los controles aplicados.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Vertex Evaluation Service (AutoSxS): Marco integrado en Vertex AI que utiliza AutoSxS (categoriza y califica respuestas automáticamente como un maestro calificando la tarea de un alumno).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Métricas de Seguridad: Evalúa discurso de odio, acoso, contenido sexualmente explícito y contenido peligroso.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Pista de Auditoría ISO 42001: Más rápido y económico que la revisión manual por especialistas, proporcionando la pista de auditoría exigida por ISO/IEC 42001 Cláusula 9.1 y A.6.2.4 (OWASP C08.4).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FASE 5 • DESPLIEGUE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Fase 5: Despliegue Controlado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Despliegue controlado en producción y respuesta SOC.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Vertex AI Model Monitoring: Evalúa el rendimiento en producción detectando sesgo entrenamiento-producción (training-serving skew) y deriva (drift, cuando el mundo cambia y el modelo queda obsoleto), alertando de inmediato si deja de operar con seguridad (ISO Cláusula 9.1 / A.6.2.6).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Security Command Center (SCC) con Protección AI: Detección de amenazas y vulnerabilidades integrada con Vertex AI. Si alguien envía una inyección de prompts, aparece como alerta en tiempo real para que el SOC responda a tiempo (ISO A.6.2.8 / C12.2).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0">
                <a:solidFill>
                  <a:srgbClr val="E2E8F0"/>
                </a:solidFill>
                <a:latin typeface="Arial"/>
              </a:rPr>
              <a:t>Integración en Escáner GCP en Vivo y Blueprint Remediado: El Escáner GCP en Vivo de AegisAI audita estos 5 servicios con tokens efímeros de solo lectura, y la Sección 3.4 de cada Arquitectura Remediada genera recetas Terraform/TypeScript listas para producción en las 3 fases.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FLUJO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Ciclo de Aseguramiento en 6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Trazabilidad completa multi-estándar OWASP AI-SVS + ISO/IEC 42001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EJECUCIÓN OPERATIVA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Flujo de Trabajo del Auditor: De la Ingesta al Blindaje 100%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Ciclo de aseguramiento determinístico en seis etapas con supervisión humana integrada y remediación automática de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Ingesta Autenticada y Model Armor Pre-Vuelo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El auditor corporativo (Cloud IAP + Firebase ID Token) carga PDFs/ZIPs; Model Armor, inspectPromptAndTrackSession (C02.10) y DLP sanean la entrada.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2. Contexto SHA-256 y Cadena de Suministro Model Garden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Snapshots normativos verificados con integrity-manifest.json (C01.4), procedencia firmada en Model Garden/Registry y BYOF por tenantDomain (C08.1).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3. Evaluación Map-Reduce en Vertex AI y AutoSxS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gemini-3.8-flash (ADC sin llaves, temperature: 0.0, responseLogprobs: false) evalúa cada lote con pista de auditoría Vertex Evaluation (AutoSxS).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4. Mapa Visual de Brechas y Apelación Humana (A.5.2)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Gráficos radar interactivos, mapa de brechas L1/L2/L3 basado en evidencia y flujo de Apelación / Revisión Humana (ai-appeals@aegisai.enterprise).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5. Arquitectura Remediada al 100% y Recetario Completo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Sintetiza la Sección 3 (incl. Stack GCP de 3 Fases ISO 42001) + Sección 4 (Recetario para todos los hallazgos 1..N) con etiquetas de sintaxis precisas.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6. Model Monitoring, SCC AI y Saga Compensatoria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Guardado en Firestore con ACLs ownerUid (C05.4), reversión runCompensatingSaga (C09.4), monitoreo de skew/drift y alertas SOC en tiempo real vía SCC 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MATRIZ DE DEFENSA EN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Trazabilidad Completa OWASP AI-SVS v1.0 e ISO/IEC 42001:2023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Documentado en Manual 2 (Diseño), Manual 3 (Arquitectura), Manual 6 (Despliegue) y Manual 8 (AIMS ISO 42001)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TRAZABILIDAD INTEGRAL DE REMEDIACIÓN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Controles Aplicados de OWASP AI-SVS v1.0 e ISO/IEC 42001:2023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Controles arquitectónicos y de gobernanza implementados en código, contenedor, perímetro cloud y políticas 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Controles Técnicos OWASP AI-SVS v1.0 (17 Dominios Endurecidos)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C01.4 y C13.1 Cadena de Suministro: Verificación SHA-256 al arranque + modelos firmados en Vertex AI Model Garden /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C02.10 y C07.1 Sanitización en Línea: Google Cloud Model Armor + bloqueo multi-turno Crescendo inspectPromptAndTrackSession() (HTTP 422).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C04.1 y C04.3 Infraestructura: /app de solo lectura (chmod -R a-w), Cloud IAP, VPC y filtro SSRF/IMDS validateOutboundEndpoint().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C05.2, C05.3 y C05.4 Auth/IAM: Revocación de roles/viewer en aegis-runner-sa, crypto.timingSafeEqual, Firebase ID token y ACLs ownerUid.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C08.1 y C08.4 RAG y Evaluación: Pre-filtrado ACL por dominio, Vertex Evaluation Service (AutoSxS) y Model Monitoring (skew/drift).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C09.4 y C10.1–C10.5 Agentes/MCP: Reversión runCompensatingSaga(), firma Ed25519/HMAC MCP, OAuth 2.1 PKCE y dnsRebindingGuard.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C11.1, C11.4 y C12.2 FinOps/SIEM: acquireAntiDoWQuota(), responseLogprobs: false y alertas SOC en tiempo real vía SCC AI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Controles de Gobernanza ISO/IEC 42001:2023 AIMS (18 Cláusulas y Anexo A)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4.1 y 4.2 Contexto y Stakeholders: Matriz FODA/PESTEL, rol como proveedor de aseguramiento IA y registro de partes interesadas.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5.1, 5.2, A.2.1 y A.2.3 Liderazgo y Política IA: Política Corporativa de IA aprobada con ciclo de revisión anual.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7.2, 7.3 y A.3.3 Competencia y Canal Ético: Certificación anual de auditores y canal confidencial (ai-ethics-whistleblower@aegisai.enterprise).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A.4.1, A.6.1.2 y A.7.3 Activos y Cadena de Suministro IA: Catálogo de modelos verificados y firmados vía Model Garden y Model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A.5.1–A.5.3 y A.6.2.6 Impacto, Apelación y Seguridad: Metodología AIIA, apelación humana, Model Armor y Vertex AI Model Monitoring.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9.1–9.3, A.6.2.4 y A.6.2.8 Evaluación y SOC: Pista de auditoría Vertex Evaluation (AutoSxS), auditorías internas y alertas SCC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VISIÓN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Visión Estratégica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Contacto: opensource@aegis-ai.dev • GitHub: github.com/fjhuerta-67/AegisAI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EVOLUCIÓN Y HOJA DE RUTA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Siguientes Horizontes en la Ingeniería de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Hoja de ruta estratégica tras nuestras presentaciones del Release Candidate ante Farmacias del Ahorro, AMF y Grupo Coppel.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Q4 2026 • CORTO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Compuertas Nativas CI/CD Shift-Left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GitHub Actions y GitLab CI Runners oficiales para bloquear automáticamente Pull Requests que introduzcan vulnerabilidades de inyección de prompts, manifiestos MCP sin firma o bases vectoriales sin cifrado.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Q1 2027 • MEDIANO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Auditoría de Grafos Multi-Agente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Módulo especializado para auditar flujos de agentes autónomos (LangGraph, CrewAI, AutoGen): fronteras de autorización de herramientas, sagas compensatorias y aislamiento de memoria entre agentes.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BBF24"/>
                </a:solidFill>
                <a:latin typeface="Arial"/>
              </a:rPr>
              <a:t>Q2 2027 • LARGO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BBF24"/>
                </a:solidFill>
                <a:latin typeface="Arial"/>
              </a:rPr>
              <a:t>Auto-Remediación con IaC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Síntesis automatizada en un clic de módulos de Terraform y Helm Charts que aplican directamente políticas de Cloud IAP, VPC Service Controls y Model Armor en clústeres productivos.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🎯 Conclusión: Aseguramiento Empresarial Construido por $19.41, Auditando por $0.08–$0.30</a:t>
            </a:r>
          </a:p>
          <a:p>
            <a:pPr>
              <a:spcBef>
                <a:spcPts val="400"/>
              </a:spcBef>
            </a:pPr>
            <a:r>
              <a:rPr sz="960">
                <a:solidFill>
                  <a:srgbClr val="E2E8F0"/>
                </a:solidFill>
                <a:latin typeface="Arial"/>
              </a:rPr>
              <a:t>Combinando Google AI Studio, Google Antigravity, Vertex AI Gemini 3.8 Flash, Model Garden/Registry, Model Armor, AutoSxS, Model Monitoring y SCC AI Protection, AegisAI opera con &gt;99% menor costo que las alternativas tradicionales.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