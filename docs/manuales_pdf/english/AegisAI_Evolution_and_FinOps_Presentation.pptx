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ENGINEERING EVOLUTION &amp; FINOPS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01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v2.5 • Evolution &amp; FinOps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Google Cloud Run • Vertex AI • Model Armor • AutoSxS • SCC AI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25880"/>
            <a:ext cx="6522415" cy="365760"/>
          </a:xfrm>
          <a:prstGeom prst="roundRect">
            <a:avLst/>
          </a:prstGeom>
          <a:solidFill>
            <a:srgbClr val="12214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  <a:latin typeface="Arial"/>
              </a:rPr>
              <a:t>FROM GOOGLE AI STUDIO POC TO ANTIGRAVITY ENTERPRISE 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072865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Assurance, Self-Auditing &amp;</a:t>
            </a:r>
          </a:p>
          <a:p>
            <a:pPr algn="ctr">
              <a:spcBef>
                <a:spcPts val="400"/>
              </a:spcBef>
            </a:pPr>
            <a:r>
              <a:rPr sz="3400" b="1">
                <a:solidFill>
                  <a:srgbClr val="38BDF8"/>
                </a:solidFill>
                <a:latin typeface="Arial"/>
              </a:rPr>
              <a:t>GenAI FinOps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99971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E2E8F0"/>
                </a:solidFill>
                <a:latin typeface="Arial"/>
              </a:rPr>
              <a:t>How AegisAI Enterprise was prototyped in Google AI Studio (Gemini 3.8 to 3.6 Flash), engineered in Google Antigravity (Gemini 3.8 Flash), self-audited against OWASP AI-SVS v1.0 &amp; ISO/IEC 42001:2023 (68.9% ➔ 97.8%), and presented as an RC to Farmacias del Ahorro, Asociación Mexicana de Franquicias, and Grupo Coppel—for a total build cost of $19.41 USD.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090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1. AI Studio PoC (Gemini 3.8–3.6 Flash)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706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0A5FA"/>
                </a:solidFill>
                <a:latin typeface="Arial"/>
              </a:rPr>
              <a:t>2. Antigravity Full-Stack Build (3.8 Flash)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322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3. Self-Audit Loop: 68.9% ➔ 97.8%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090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61840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B4FE"/>
                </a:solidFill>
                <a:latin typeface="Arial"/>
              </a:rPr>
              <a:t>4. RC: Farmacias del Ahorro • AMF • Coppel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706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5. 3-Phase GCP ISO 42001 Protection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322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6. Total App Build Cost: $19.41 USD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PRODUCT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4-Stage Product Evolution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AI Studio (3.8–3.6 Flash) ➔ Antigravity (3.8 Flash) ➔ Self-Audit ➔ Enterprise 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END-TO-END ENGINEERING LIFECYCLE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How We Built, Self-Audited, and Validated AegisAI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A four-stage agentic software engineering journey from rapid Proof of Concept to Enterprise Release Candidate.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PHASE 1 • PROOF OF CONCEPT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1. Prototyped in Google AI Studio (Gemini 3.8 to 3.6 Flash)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Built the initial Proof of Concept in Google AI Studio using Gemini 3.8 Flash with dynamic fallback to Gemini 3.6 Flash.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Validated structured JSON Schema output generation, multi-chapter normative reasoning, and initial React UI scaffolding.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Proved that Flash-class models with strict system instructions and temperature 0.0 evaluate complex security controls accurately.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60A5FA"/>
                </a:solidFill>
                <a:latin typeface="Arial"/>
              </a:rPr>
              <a:t>PHASE 2 • FULL-STACK ENGINEERING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2. Migrated to Google Antigravity (Worked Upon with 3.8 Flash)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Moved the repository into Google Antigravity (AGY) powered by Gemini 3.8 Flash.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Executed 171+ conversational engineering prompts across 7 structured phases to build the Express/TypeScript backend, parallel Map-Reduce evaluator, keyless GCP Live Scanner, Firestore persistence, and 16 bilingual PDF manuals.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Deployed to Google Cloud Run behind Identity-Aware Proxy (IAP).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33087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PHASE 3 • DOGFOODING &amp; HARDENING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3. Self-Audited Codebase &amp; Docs Against AegisAI Itself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Uploaded AegisAI's own codebase and 10-PDF documentation bundle (Originaldocs.zip) into the live Cloud Run app to run a full OWASP AI-SVS v1.0 + ISO/IEC 42001:2023 audit.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Baseline self-audit (MULTI-2026-0437) scored 68.9% and flagged 35 gaps (6 Failed, 29 Missing Evidence).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Remediated both documentation and application, re-auditing at 97.8% (MULTI-2026-8983, 100% ISO 42001, 0 failures).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133087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PHASE 4 • ENTERPRISE FIELD VALIDATION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4. Release Candidate (RC) Presented to Industry Leaders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Presented the hardened Release Candidate (RC) to three flagship Mexican organizations: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1. Farmacias del Ahorro (Healthcare &amp; Retail Pharmacy)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2. Asociación Mexicana de Franquicias — AMF (National Franchise Ecosystem)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3. Grupo Coppel (Financial Services &amp; Omnichannel Retail)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Validated multi-standard compliance (OWASP AI-SVS, ISO 42001, LFPC &amp; LFPDPPP).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SELF-AUDIT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Closed-Loop Self-Audit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Firestore Audit IDs: MULTI-2026-0437 (Baseline 68.9%) ➔ MULTI-2026-8983 (Remediated 97.8%)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EATING OUR OWN DOGFOOD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Running AegisAI's Codebase &amp; Documentation Against Itself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How AegisAI diagnosed 35 OWASP AI-SVS &amp; ISO 42001 gaps in its own prototype and verified its own remediation to 97.8%.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F87171"/>
                </a:solidFill>
                <a:latin typeface="Arial"/>
              </a:rPr>
              <a:t>BEFORE HARDENING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F87171"/>
                </a:solidFill>
                <a:latin typeface="Arial"/>
              </a:rPr>
              <a:t>1. Baseline Self-Audit (MULTI-2026-0437)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Overall Score: 68.9% (Level L2)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OWASP AI-SVS v1.0: 71.8% (17 gaps)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ISO/IEC 42001:2023: 66.7% (18 gaps)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Key Findings Caught by AegisAI: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Writable /app/config in container (C04.1)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Timing-vulnerable === token check (C05.3)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Legacy roles/viewer on runtime SA (C05.2)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Missing SHA-256 normative manifest (C01.4)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Missing ISO 42001 AIMS Policy &amp; Appeal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ENGINEERING EXECUTION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2. Full-Stack Remediation in Antigravity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Generator Fixes: Untruncated Section 4 Cookbook (all 35 patches), smart sentence-boundary splitter, accurate syntax tags.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Container &amp; Cloud: chmod -R a-w /app (C04.1), Cloud IAP + SSRF/IMDS blocker (C04.3), pruned roles/viewer (C05.2).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Runtime Guardrails: SHA-256 manifest (C01.4), crescendo detector (C02.10), crypto.timingSafeEqual (C05.3), Anti-DoW quotas (C11.1), sagas (C09.4).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Docs &amp; Rules: Authored Manual 8 (ISO 42001 AIMS) &amp; passed 308/308 Firestore rules unit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VERIFIED RELEASE CANDIDATE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3. Post-Fix Re-Audit (MULTI-2026-8983)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Overall Score: 97.8% (+28.9 pts)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ISO/IEC 42001:2023: 100.0% (54/54 mandatory controls passed, 0 Failed)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OWASP AI-SVS v1.0: 94.7% (45/49 controls passed, 0 Failed)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Real Firestore Telemetry: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Model: gemini-3.8-flash on Vertex AI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Input Tokens: 1,758,724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Output Tokens: 100,715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Zero critical or high-risk failures remaining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50">
                <a:solidFill>
                  <a:srgbClr val="E2E8F0"/>
                </a:solidFill>
                <a:latin typeface="Arial"/>
              </a:rPr>
              <a:t>Why Self-Auditing Matters: Running AegisAI against its own architecture and manuals proved that the evaluator does not hallucinate approvals—it caught subtle code &amp; governance gaps (such as providedToken === configuredToken and missing ISO 42001 whistleblowing/appeal channels) and verified their closure once remediated.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ENTERPRISE RELEASE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04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Release Candidate (RC) Executive Roadshow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Validated with Farmacias del Ahorro • Asociación Mexicana de Franquicias • Grupo Coppel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MARKET VALIDATION &amp; EXECUTIVE ROADSHOW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Release Candidate (RC) Presented to Strategic Enterprises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Following our self-audit hardening loop, the AegisAI Release Candidate was presented to three flagship Mexican organizations.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HEALTHCARE &amp; RETAIL PHARMACY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Farmacias del Ahorro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Use Case Focus: Auditing clinical/pharmacy digital assistants, prescription triage bots, and omnichannel customer service AI.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Key Capabilities Demonstrated: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Strict LFPDPPP sensitive health/PII data protection &amp; pre-inference DLP masking.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Hallucination prevention (temperature: 0.0) and human clinical escalation workflows (ISO 42001 A.5.2).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Continuous RAG grounding telemetry (C08.4) on Google Cloud Vertex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NATIONAL FRANCHISE ECOSYSTEM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Asociación Mexicana de Franquicias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Use Case Focus: Standardizing AI adoption, customer chatbots, and automated marketing compliance across hundreds of member franchises.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Key Capabilities Demonstrated: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LFPC (Profeco 2026) compliance: preventing deceptive AI commercial patterns and enforcing Art. 56 5-day cooling-off retraction.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BYOF Engine: Custom franchise governance templates with low-cost Flash evaluations ($0.08/audit).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FINANCIAL SERVICES &amp; RETAIL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Grupo Coppel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Use Case Focus: High-scale credit scoring ML, fraud detection engines, and enterprise GenAI engineering governance.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Key Capabilities Demonstrated: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Simultaneous OWASP AI-SVS v1.0 (Level L2/L3) + ISO/IEC 42001:2023 certification readiness.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Multi-tenant domain isolation (C05.4, C08.1), Cloud IAP Zero-Trust perimeter, and keyless GCP Live Scanner.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Drop-in remediated architecture &amp; Terraform/TypeScript cookbook generation.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50">
                <a:solidFill>
                  <a:srgbClr val="E2E8F0"/>
                </a:solidFill>
                <a:latin typeface="Arial"/>
              </a:rPr>
              <a:t>Executive Feedback Highlights: Enterprise stakeholders highlighted AegisAI's ability to combine global technical standards (OWASP AI-SVS + ISO 42001) with Mexican statutory law (LFPDPPP + LFPC) while delivering ready-to-deploy remediation code at a fraction of traditional consulting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UNIT ECONOMICS &amp; MODEL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05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Unit Economics &amp; Model Cost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Telemetry Source: Cloud Firestore (aegis-ai-db) Audits MULTI-2026-0437, 8983, 0507 &amp; 1250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FINOPS ANALYSIS: COST PER COMPLETE OWASP AI-SVS + ISO/IEC 42001 AUDIT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Gemini (3.8 Flash, 3.1 Pro, 4.0 Argon) vs. Claude (Fable 5.1, Opus 5.5)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Calculated from real production Firestore token telemetry across 12 Map-Reduce LLM calls per full dual-standard audit.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01952"/>
          <a:ext cx="1109441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011680"/>
                <a:gridCol w="2194560"/>
                <a:gridCol w="2377440"/>
                <a:gridCol w="2011680"/>
              </a:tblGrid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Model Tier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API Rate Card (In / Out per 1M)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Standard Audit (370K In + 40K Out)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Full 10-PDF Bundle (1.64M In + 86.5K Out)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Multiplier vs. Gemini 3.8 Flash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3.8 Flash (Production)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$0.15 / $0.60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$0.08 USD ($0.0795)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$0.30 USD ($0.2979)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1.0x (Baseline)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3.1 Pro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$1.25 / $10.00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$0.86 USD ($0.8625)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$2.92 USD ($2.9150)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9.8x – 10.8x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4.0 Argon (Frontier)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$2.00 / $12.00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$1.22 USD ($1.2200)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$4.32 USD ($4.3180)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14.5x – 15.3x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Claude Fable 5.1 Medium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$3.00 / $15.00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$1.71 USD ($1.7100)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$6.22 USD ($6.2175)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20.9x – 21.5x Costlier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Claude Opus 5.5 Max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$15.00 / $75.00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$8.55 USD ($8.5500)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$31.09 USD ($31.0875)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104.4x – 107.5x Costlier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Real Telemetry Basis (Firestore)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Standard Audit (MULTI-2026-0507 / 1250): Avg 368,827 input + 39,812 output tokens.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Full 10-PDF ZIP Audit (MULTI-2026-0437 / 8983): Avg 1,638,410 input + 86,495 output tokens across 12 batch calls (~136K context/call).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Annual FinOps @ 1,000 Audits/Yr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3.8 Flash: $298 / yr (Full ZIP) or $80 / yr (Std)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3.1 Pro: $2,915 / yr (Full ZIP) or $863 / yr (Std)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4.0 Argon: $4,318 / yr (Full ZIP) or $1,220 / yr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Competitor Spend @ 1,000 Audits/Yr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Claude Fable 5.1 Medium: $6,218 / yr (21x higher)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Claude Opus 5.5 Max: $31,088 / yr (104x higher)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Savings with Gemini 3.8 Flash: &gt;99% cost reduction.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TOTAL BUILD COST (TCO)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06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Total Cost of Development (TCO)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99.0% Savings vs. Claude Opus 5.5 Max • 99.98% Savings vs. Traditional Software Staffing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ENGINEERING ROI &amp; DEVELOPMENT COST BREAKDOWN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How Much Money We Spent Creating AegisAI: $19.41 USD Total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Complete accounting of all AI token consumption and Google Cloud infrastructure from initial AI Studio PoC to Enterprise RC.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$19.41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Total Money Spent creating AegisAI (Tokens + GCP Infra)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~71.0M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Total Input Tokens across AI Studio, Antigravity &amp; Audits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$1,931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What the exact same token volume costs on Claude Opus 5.5 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D8B4FE"/>
                </a:solidFill>
                <a:latin typeface="Arial"/>
              </a:rPr>
              <a:t>~$95,000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Equivalent traditional engineering cost (4 engineers × 3 mos)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154680"/>
          <a:ext cx="11094415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3230575"/>
                <a:gridCol w="1371600"/>
                <a:gridCol w="1371600"/>
              </a:tblGrid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Development Phase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Platform &amp; Model Used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Volume / Engineering Activity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Actual Spend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If Run on Opus 5.5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1. Proof of Concept (PoC)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AI Studio (Gemini 3.8–3.6 Flash)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~45 iterations • ~4.2M In / ~0.9M Out tokens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$1.17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$130.50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2. Core Full-Stack &amp; Manuals (Phases 1–7)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Antigravity (Gemini 3.8 Flash)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171 logged prompts + 16 PDFs • ~38.0M In / ~6.5M Out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$9.60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$1,057.50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3. Cloud Hardening &amp; OWASP/ISO Fixes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Antigravity (Gemini 3.8 Flash)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Cloud IAP, 308 rules tests, 35 controls • ~24.0M In / ~3.8M Out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$5.88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$645.00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4. Live Self-Audits &amp; QA Suites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Vertex AI (Gemini 3.8 Flash)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MULTI-2026-0437, 8983, 0507, 1250 • ~4.8M In / ~0.32M Out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$0.91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$96.00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5. Google Cloud Infrastructure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Cloud Build, Cloud Run, Firestore, IAM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9 container builds, scale-to-zero runtime, aegis-ai-db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$1.85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$1.85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 APP CREATION SPEND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 Studio + Antigravity + Google Cloud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~71.0M Input + ~11.52M Output Tokens + Cloud Infra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$19.41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$1,930.85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RISK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07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AI Risk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Source: IBM Cost of a Data Breach 2025, OWASP AI-SVS v1.0 &amp; ISO/IEC 42001:2023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THE PROBLEM TO SOLVE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The Critical Security Blindspot in Enterprise GenAI Adoption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Enterprises are shipping generative AI models, agentic workflows, MCP tools, and RAG pipelines without architectural verification or ISO 42001 governance.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Ungoverned AI Access &amp; Breaches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Per IBM Cost of a Data Breach 2025, 13% of organizations reported breaches of AI models or applications, and 97% of those lacked proper AI access controls or formal impact assessments (ISO 42001 A.5.1).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Multi-Turn &amp; Agentic Attack Surface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RAG pipelines, MCP servers, and autonomous agents introduce critical vectors: Multi-Turn Crescendo Prompt Injection (C02.10), Normative/Vector Poisoning (C01.4), and SSRF/IMDS exfiltration (C04.3).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CISO vs. Data Science Silo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Security teams lack tools to audit agent graphs, MCP manifests (C10.1), and pre-retrieval vector ACLs (C08.1); AI developers lack automated mappings to formal compliance clauses.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Lack of Operationalized Governance (ISO/IEC 42001)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Organizations struggle to operationalize ISO/IEC 42001:2023 requirements—such as Corporate AI Policies (A.2.1), Confidential Whistleblowing (A.3.3), AI Asset Inventories (A.4.1), and Human Verdict Appeals (A.5.2)—into software engineering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Proliferation of 'Shadow AI' &amp; Denial of Wallet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Unregulated external API calls, timing-vulnerable token checks (C05.3), over-privileged service accounts (C05.2), missing Anti-DoW token budgets (C11.1), and exposed logit probabilities (C11.4).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GOVERNANCE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08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Frameworks &amp; Compliance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Aligned with OWASP AI-SVS v1.0, ISO/IEC 42001:2023, NIST AI RMF &amp; EU AI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COMPLIANCE MATRIX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Multi-Standard Framework Support &amp; ISO/IEC 42001 AIMS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Simultaneous evaluation across global technical security standards, management systems, and regional privacy statutes.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01952"/>
          <a:ext cx="1109441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4876495"/>
                <a:gridCol w="1645920"/>
              </a:tblGrid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Standard / Framework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Technical &amp; Governance Scope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Key Controls Verified &amp; Enforced by AegisAI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Assurance Level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OWASP AI-SVS v1.0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 Security Verification Standard (12 Chapters)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C01.4 SHA-256 Manifest, C02.10 Crescendo Guard, C04.1 Read-Only Container, C04.3 Cloud IAP &amp; SSRF Block, C05.2–C05.4 Constant-Time Auth &amp; IAM, C08.1/C08.4 RAG ACLs, C09.4 Sagas, C10.1–C10.5 MCP Security, C11.1/C11.4 Anti-DoW &amp; Logprobs Off, C12.2 SIEM Alerts.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L1 / L2 / L3 Ready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ISO/IEC 42001:2023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 Management System (AIMS Clauses 4–10 &amp; Annex A)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Clause 4.1/4.2 Context &amp; Stakeholders, Clause 5/A.2.1/A.2.3 Corporate AI Policy, Clause 7/A.3.3 Competency &amp; Whistleblowing, A.4.1 AI Asset Inventory, A.5.1–A.5.3 Impact Assessment &amp; Human Appeal, Clause 9 KPIs &amp; Internal Audit, A.9.1/A.9.2 Acceptable Use.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Certification Ready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Mexican Regulatory (2026)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Consumer Protection (LFPC) &amp; Personal Data (LFPDPPP)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Algorithmic transparency, deceptive commercial pattern prevention, Art. 56 5-day cooling-off retraction, ARCO cascading deletion, and DLP PII masking.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Regional Statutory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BYOF Custom Framework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Bring Your Own Framework (Multi-Tenant)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Admin-authenticated ingestion (C05.3) with SHA-256 integrity checks (C01.4) and pre-retrieval tenant domain ACL filtering (allowedDomains, C08.1).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Tenant Isolated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376672"/>
            <a:ext cx="11094415" cy="786384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9">
                <a:solidFill>
                  <a:srgbClr val="E2E8F0"/>
                </a:solidFill>
                <a:latin typeface="Arial"/>
              </a:rPr>
              <a:t>Unified Cross-Framework Map-Reduce: Evaluates 103+ combined OWASP AI-SVS &amp; ISO/IEC 42001 controls in parallel batches using constrained chapter ID enums so ISO Clauses 9/10 and Annex A.9/A.10 never collide with OWASP C09/C10.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SYSTEM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09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C4 Container &amp; Security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Deployed on Google Cloud Run (Revision aegis-ai-00013)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SOFTWARE ARCHITECTURE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4-Layer Zero-Trust &amp; Defense-in-Depth Architecture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Hardened serverless architecture deployed on Google Cloud Run behind Identity-Aware Proxy (IAP) with keyless Vertex AI ADC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Perimeter &amp; SPA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IAP (--no-allow-unauthenticated)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React 19 + TS + Vite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Firebase Auth OAuth 2.0 domain allowlist (google.com, altostrat.com)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Embedded ISO 42001 Policy, Appeal (A.5.2) &amp; Whistleblowing (A.3.3)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2. Hardened API &amp; Model Armor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Read-Only Container (chmod -R a-w /app, 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Google Cloud Model Armor inline prompt/response sanitizer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Constant-time token check (crypto.timingSafeEqual, C05.3)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DNS Rebinding Guard (C10.5) &amp; MCP Signature Verifier (C10.1)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Anti-DoW Quotas (C11.1)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3. Keyless Vertex AI &amp; Multi-LLM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AI (gemini-3.8-flash) via keyless IAM ADC (no Gemini API key needed)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Model Garden / Model Registry signed provenance (C01.4)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Multi-Provider Engine (Claude, OpenRouter, OpenAI, Local Proxy)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Multi-Turn Crescendo Detector (C02.10) &amp; Logprobs Off (C11.4)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Outbound SSRF/IMDS Block (C04.3)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4. Data, AutoSxS &amp; SCC AI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Firestore (aegis-ai-db) via Admin SDK (308/308 rules tests)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Evaluation Service (AutoSxS) &amp; Model Monitoring (skew/drift)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Security Command Center (SCC) AI Protection real-time SOC alerts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SHA-256 Manifest (C01.4) &amp; Compensating Sagas (C09.4)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30">
                <a:solidFill>
                  <a:srgbClr val="E2E8F0"/>
                </a:solidFill>
                <a:latin typeface="Arial"/>
              </a:rPr>
              <a:t>Zero-Trust Isolation &amp; SCC AI Alerting (C12.2): Runtime state writes exclusively to Firestore (system_config/admin_settings) and ephemeral /tmp/aegis-runtime-cache. Every prompt injection or security event emits a real-time SCC AI Protection alert to the SOC.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GOOGLE CLOUD AI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10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ISO/IEC 42001 Phases 3, 4 &amp; 5 Protection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Model Garden/Registry • Model Armor • Vertex Evaluation (AutoSxS) • Model Monitoring • SCC AI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GOOGLE CLOUD AI PROTECTION LIFECYCLE (ISO/IEC 42001)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5 Native Google Cloud Security &amp; Governance Products Across Phases 3, 4 &amp; 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How AegisAI operationalizes ISO/IEC 42001:2023 and OWASP AI-SVS v1.0 across Development, Evaluation, and Production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PHASE 3 • DESIGN &amp; BUILD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Phase 3: Development &amp; Protections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Objective: AI System Design, Development &amp; Supply Chain Protection.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Visual &amp; Evidence-Based Gap Map: Maps current vs. desired state (L1/L2/L3) with verbatim evidence.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Model Garden / Model Registry: Reviewed library (Garden) &amp; private library (Registry). Models are signed &amp; verified by Google and partners—preventing untrusted internet models with backdoors (ISO A.6.1.2 / A.7.3, C01.4).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Model Armor: Inline in front of LLMs. Sanitizes inputs &amp; outputs in real time, blocks prompt injections &amp; jailbreaks, and filters toxic content from user and model responses alike (ISO A.6.2.6, C02.10).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PHASE 4 • EVALUATION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Phase 4: Evaluation of Controls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Objective: Automated Review &amp; Audit Trail of Applied Controls.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Vertex Evaluation Service (AutoSxS): Integrated Vertex AI evaluation framework using AutoSxS—which automatically categorizes and grades model responses like a teacher grading a student's homework.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Automated Safety Metrics: Evaluates hate speech, harassment, sexually explicit content, and dangerous content.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ISO 42001 Audit Trail: Faster and far more cost-effective than manual review by human specialists, generating the immutable audit trail required by ISO/IEC 42001 Clause 9.1 &amp; A.6.2.4 (OWASP C08.4).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PHASE 5 • DEPLOYMENT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Phase 5: Controlled Deployment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Objective: Controlled Production Rollout, Drift Detection &amp; SOC Response.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Vertex AI Model Monitoring: Evaluates production performance by detecting training-serving skew (when live data differs from training data) and drift (when the world changes and the model becomes obsolete), alerting immediately if safety degrades (ISO Clause 9.1 / A.6.2.6).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Security Command Center (SCC) with AI Protection: Threat &amp; vulnerability detection integrated with Vertex AI. Prompt injection attempts surface as real-time security alerts so the SOC can respond in time (ISO A.6.2.8 / C12.2).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0">
                <a:solidFill>
                  <a:srgbClr val="E2E8F0"/>
                </a:solidFill>
                <a:latin typeface="Arial"/>
              </a:rPr>
              <a:t>End-to-End Live GCP Scanner &amp; Remediated Blueprint Integration: AegisAI's Live GCP Scanner inspects all 5 services via ephemeral read-only OAuth tokens, and Section 3.4 of every generated Remediated Architecture Blueprint outputs drop-in Terraform/TypeScript enforcement recipes for all 3 phases.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OPERATIONAL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11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6-Stage Assurance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Full multi-standard OWASP AI-SVS + ISO/IEC 42001 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OPERATIONAL EXECUTION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The Auditor's Workflow: From Ingestion to 100% Hardening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Six-stage deterministic assurance lifecycle with built-in human oversight and automated code remediation.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Authenticated Ingestion &amp; Model Armor Guardrails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Corporate user (verified via Cloud IAP + Firebase ID Token) uploads PDFs/ZIPs/specs; Model Armor, inspectPromptAndTrackSession (C02.10) &amp; DLP sanitize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2. SHA-256 Verified &amp; Model Garden Provenance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Normative snapshots verified against integrity-manifest.json (C01.4), signed Model Garden/Registry verification &amp; tenant-filtered BYOF (C08.1).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3. Deterministic Vertex AI Map-Reduce &amp; AutoSxS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gemini-3.8-flash (keyless ADC, temperature: 0.0, responseLogprobs: false) evaluates batches with Vertex Evaluation Service (AutoSxS) audit trail.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4. Visual Gap Map &amp; Human Appeal (ISO A.5.2)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Interactive radar charts, evidence-based L1/L2/L3 gap map, and direct Verdict Appeal / Human Review workflow (ai-appeals@aegisai.enterprise).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5. 100% Remediated Architecture &amp; Full Cookbook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Synthesizes Section 3 drop-in architecture (incl. 3-Phase GCP Protection Stack) + Section 4 Cookbook for all 1..N findings with syntax tags.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6. Model Monitoring, SCC AI &amp; Compensating Saga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Saved to Firestore with ownerUid ACLs (C05.4), runCompensatingSaga rollback (C09.4), Model Monitoring skew/drift checks &amp; SCC AI real-time SOC alerts.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DEFENSE-IN-DEPTH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Complete OWASP AI-SVS v1.0 &amp; ISO/IEC 42001:2023 Traceability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Documented in Manual 2 (Architecture), Manual 3 (Admin), Manual 4/6 (Deployment) &amp; Manual 8 (ISO 42001 AIMS)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END-TO-END REMEDIATION TRACEABILITY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OWASP AI-SVS v1.0 &amp; ISO/IEC 42001:2023 Controls Enforced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Comprehensive architectural and governance controls implemented across code, container, cloud perimeter, and AIMS policies.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OWASP AI-SVS v1.0 Technical Controls (17 Hardened Domains)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C01.4 &amp; C13.1 Supply Chain: SHA-256 manifest verification + signed Vertex AI Model Garden / Registry provenance.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C02.10 &amp; C07.1 Prompt/Output Guard: Google Cloud Model Armor inline sanitization + 6-turn Crescendo blocker (HTTP 422).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C04.1 &amp; C04.3 Infrastructure: Read-only /app (chmod -R a-w), Cloud IAP, VPC egress &amp; validateOutboundEndpoint() SSRF/IMDS block.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C05.2, C05.3 &amp; C05.4 Auth/IAM: Pruned roles/viewer on aegis-runner-sa, crypto.timingSafeEqual, Firebase ID token &amp; Firestore ownerUid ACLs.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C08.1 &amp; C08.4 RAG &amp; Evaluation: Tenant domain ACL pre-filtering, Vertex Evaluation Service (AutoSxS) &amp; Model Monitoring skew/drift.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C09.4 &amp; C10.1–C10.5 Agents/MCP: runCompensatingSaga() rollback, MCP Ed25519/HMAC manifest verification, OAuth 2.1 PKCE &amp; dnsRebindingGuard.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C11.1, C11.4 &amp; C12.2 FinOps/SIEM: acquireAntiDoWQuota(), responseLogprobs: false &amp; SCC AI Protection real-time SOC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ISO/IEC 42001:2023 AIMS Governance Controls (18 Clauses &amp; Annex A)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4.1 &amp; 4.2 Context &amp; Stakeholders: Formal internal/external issue matrix, societal role as AI assurance provider &amp; stakeholder mapping.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5.1, 5.2, A.2.1 &amp; A.2.3 Leadership &amp; AI Policy: Executive-approved Corporate AI Policy with annual revision cycle.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7.2, 7.3 &amp; A.3.3 Competency &amp; Whistleblowing: Mandatory role training &amp; confidential ethics reporting (ai-ethics-whistleblower@aegisai.enterprise).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A.4.1, A.6.1.2 &amp; A.7.3 AI Asset &amp; Model Supply Chain: Cataloged models verified via Vertex AI Model Garden &amp; private Model Registry.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A.5.1–A.5.3 &amp; A.6.2.6 Impact, Appeals &amp; Runtime Safety: Formal AIIA, human appeal channel, Model Armor &amp; Vertex AI Model Monitoring.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9.1–9.3, A.6.2.4 &amp; A.6.2.8 Assurance &amp; SOC: Vertex Evaluation (AutoSxS) audit trail, semi-annual audits &amp; SCC AI Protection alerts.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STRATEGIC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Strategic Vision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Contact: opensource@aegis-ai.dev • GitHub: github.com/fjhuerta-67/AegisAI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EVOLUTION &amp; ROADMAP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Next Horizons in AegisAI Platform Engineering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Our forward-looking roadmap following our Release Candidate presentations to Farmacias del Ahorro, AMF, and Grupo Coppel.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Q4 2026 • NEAR TERM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Native CI/CD Shift-Left Gates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Official GitHub Actions and GitLab CI Runners to automatically block pull requests introducing prompt injection vulnerabilities, unsigned MCP manifests, or unencrypted vector storage before merging.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Q1 2027 • MEDIUM TERM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Multi-Agent Graph Auditing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Specialized auditing module for complex autonomous agent workflows (LangGraph, CrewAI, AutoGen): tool authorization boundary checks, compensating saga verification, and inter-agent memory sandboxing.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FBBF24"/>
                </a:solidFill>
                <a:latin typeface="Arial"/>
              </a:rPr>
              <a:t>Q2 2027 • LONG TERM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FBBF24"/>
                </a:solidFill>
                <a:latin typeface="Arial"/>
              </a:rPr>
              <a:t>Autonomous IaC Remediation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One-click automated synthesis of Terraform Modules and Helm Charts that directly apply Cloud IAP, VPC Service Controls, and Model Armor remediation recipes to cloud clusters.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47488"/>
            <a:ext cx="11094415" cy="109728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🎯 Conclusion: Enterprise AI Assurance Built for $19.41, Auditing for $0.08–$0.30</a:t>
            </a:r>
          </a:p>
          <a:p>
            <a:pPr>
              <a:spcBef>
                <a:spcPts val="400"/>
              </a:spcBef>
            </a:pPr>
            <a:r>
              <a:rPr sz="960">
                <a:solidFill>
                  <a:srgbClr val="E2E8F0"/>
                </a:solidFill>
                <a:latin typeface="Arial"/>
              </a:rPr>
              <a:t>By combining Google AI Studio, Google Antigravity, Vertex AI Gemini 3.8 Flash, Model Garden/Registry, Model Armor, AutoSxS, Model Monitoring, and SCC AI Protection, AegisAI delivers world-class OWASP AI-SVS &amp; ISO/IEC 42001 assurance at &gt;99% lower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