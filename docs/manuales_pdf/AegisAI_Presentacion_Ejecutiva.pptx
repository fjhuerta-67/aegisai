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PRESENTACIÓN EJECUTIVA Y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Edición Endurecida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GOOGLE CLOUD AI SECURITY &amp; ISO/IEC 42001 AIMS GOVERNANCE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Aseguramiento, Gobernanza y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Auditoría Continua de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Plataforma integral para evaluar, auditar y blindar Arquitecturas de Inteligencia Artificial Empresarial (GenAI, LLMs, Agentes Autónomos, MCP y RAG) bajo estándares mundiales OWASP AI-SVS v1.0 (Nivel L2/L3) e ISO/IEC 42001:2023.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Perímetro Zero-Trust Cloud IAP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Vertex AI Gemini 3.8 Flash (ADC sin llaves)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Model Garden y Model Armor (Fase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Vertex Evaluation AutoSxS (Fase 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Model Monitoring y SCC AI (Fase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308/308 Pruebas Firestore Aprobadas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PANORAMA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Diagnóstico de Riesgos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Fuente: IBM Cost of a Data Breach 2025, OWASP AI-SVS v1.0 e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EL PROBLEMA A RESOLVER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El Punto Ciego Crítico en la Adopción Empresarial de GenAI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Las organizaciones despliegan modelos generativos, flujos agénticos, herramientas MCP y pipelines RAG sin verificación arquitectónica ni gobernanza ISO 42001.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Brechas de Acceso y Despliegue sin Gobierno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Según IBM Cost of a Data Breach 2025, el 13% de las organizaciones sufrió brechas en modelos o aplicaciones de IA, y el 97% de ellas carecía de controles de acceso adecuados o Evaluación de Impacto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Superficie Multi-Turno y Agéntica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Pipelines RAG, servidores MCP y agentes introducen vectores críticos: Inyección Multi-Turno Crescendo (C02.10), Envenenamiento Normativo/Vectorial (C01.4) y exfiltración SSRF/IMDS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Silo entre CISO y Ciencia de Datos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Los equipos de seguridad carecen de herramientas para auditar grafos de agentes, manifiestos MCP (C10.1) y ACLs vectoriales (C08.1) antes de pasar a producción.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Brecha de Gobernanza Operativa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Dificultad para operacionalizar los controles de ISO/IEC 42001:2023 —como Políticas Corporativas de IA (A.2.1), Canal Ético Confidencial (A.3.3), Inventario de Activos IA (A.4.1) y Apelación Humana (A.5.2)— en el ciclo de ingeniería.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Proliferación de 'Shadow AI' y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Invocaciones externas sin cuotas, comparación insegura de tokens (C05.3), cuentas de servicio sobre-privilegiadas (C05.2), falta de presupuestos Anti-DoW (C11.1) y exposición de logprobs (C11.4).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ANÁLISIS DE CONSECUENCIAS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Análisis de Impacto y Continuidad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Criterios alineados con ISO/IEC 42001:2023 Cláusula 6 y Anexo A.5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IMPACTO DE LA INACCIÓN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El Costo Real de Omitir la Auditoría Preventiva de IA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Operar sistemas de IA sin verificación expone a la organización a sanciones financieras, legales y operativas severas.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87171"/>
                </a:solidFill>
                <a:latin typeface="Arial"/>
              </a:rPr>
              <a:t>€35M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 7% de facturación global anual en multas de EU AI Act Art. 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97%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de las apps de IA vulneradas carecían de control de acceso (IBM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10 / 10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Chequeos automatizados de OWASP LLM Top-10 por auditoría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148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Controles integrados (AISVS 56, ISO 54, EU 10, LFPDPPP/LFPC 28)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Exfiltración de Secretos, IMDS y PII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Ataques multi-turno crescendo y SSRF diseñados para extraer metadatos cloud (169.254.169.254), llaves API o registros entre inquilinos cuando faltan ACLs pre-recuperación (C08.1).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Sanciones Regulatorias y Suspensión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Incumplimiento de controles AIMS ISO/IEC 42001, purga en cascada ARCO (LFPDPPP/GDPR) o retracto comercial del Art. 56 LFPC provoca suspensiones y litigios.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Decisiones Algorítmicas Inapelables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Dictámenes alucinados o decisiones automatizadas sesgadas sin canal de apelación humana (ISO 42001 A.5.2) ni canal ético (A.3.3) erosionan la confianza institucional.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Propuesta de Valor y Capacidades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Impulsado por Google Cloud Vertex AI (Gemini 3.8 Flash)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NUESTRA SOLUCIÓN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AegisAI: Aseguramiento Integral y Automatizado de IA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Transformando semanas de auditoría manual en verificación determinística respaldada por evidencia textual y código de remediación.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🛡 Verificación Multi-Estándar Shift-Left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Inspecciona documentos de arquitectura, PDFs, paquetes ZIP, microservicios y telemetría GCP en vivo contra OWASP AI-SVS v1.0 e ISO/IEC 42001:2023 simultáneamente.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Evaluación Map-Reduce determinística con esquemas enum estrictos por lote (buildBatchChaptersSchema).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Citación textual obligatoria (textoEvidencia y fuenteEvidencia).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Enmascaramiento DLP pre-inferencia y bloqueo de inyección multi-turno crescendo (C02.10).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⚡ Arquitectura Remediada al 100% y Recetario Completo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Sintetiza una Especificación de Arquitectura Corregida Drop-in (Sección 3) más un Recetario Técnico Completo (Sección 4) para cada hallazgo.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Incluye la totalidad de los hallazgos 1..N sin truncamiento.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Corte inteligente por oración completa (truncateAtSentenceBoundary).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Detección precisa de lenguaje para bloques typescript, hcl (Terraform), yaml, python y bash.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Escáner GCP sin Llaves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Inspecciona Vertex AI, Cloud Run, Secret Manager e IAM con tokens efímeros de solo lectura (C05.2).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Integridad Normativa SHA-256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Verificación al arranque contra integrity-manifest.json (C01.4) + BYOF aislado por inquilino (C08.1).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Telemetría Continua AIMS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Mide cobertura de citación, fidelidad JSON, latencia y apelaciones humanas (C08.4 / Cláusula 9.1).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GOBERNANZA Y ESTÁNDARES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Motor de Marcos y Cumplimiento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Alineado con OWASP AI-SVS v1.0, ISO/IEC 42001:2023, NIST AI RMF y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MATRIZ DE CUMPLIMIENTO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Soporte Multi-Estándar y Gobernanza AIMS ISO/IEC 42001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Evaluación simultánea de estándares técnicos globales de seguridad en IA, sistemas de gestión y leyes de privacidad.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Estándar / Marco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Alcance Técnico y Gobernanza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Controles Clave Verificados y Aplicados por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Estándar de Verificación de Seguridad en IA (12 Capítulos)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Manifiesto SHA-256, C02.10 Guardia Crescendo, C04.1 Contenedor Read-Only, C04.3 Cloud IAP y Bloqueo SSRF, C05.2–C05.4 Auth en Tiempo Constante e IAM, C08.1/C08.4 ACLs RAG, C09.4 Sagas, C10.1–C10.5 Seguridad MCP, C11.1/C11.4 Anti-DoW y Logprobs Off, C12.2 Alertas SIEM.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Listo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Sistema de Gestión de IA (AIMS Cláusulas 4–10 y Anexo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Cláusula 4.1/4.2 Contexto y Stakeholders, Cláusula 5/A.2.1/A.2.3 Política Corporativa IA, Cláusula 7/A.3.3 Competencia y Canal Ético, A.4.1 Inventario IA, A.5.1–A.5.3 Evaluación de Impacto y Apelación Humana, Cláusula 9 KPIs y Auditoría Interna, A.9.1/A.9.2 Uso Aceptable.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Certificación Lista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Regulación Mexicana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Protección al Consumidor (LFPC) y Datos Personales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Transparencia algorítmica, prevención de patrones oscuros, retracto de 5 días (Art. 56 LFPC), purga en cascada ARCO y enmascaramiento DLP.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Estatutario Local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Marco BYOF Personalizado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(Multi-Inquilino)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Ingesta autenticada por administrador (C05.3) con verificación SHA-256 (C01.4) y pre-filtrado ACL por dominio de inquilino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Aislado por Tenant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Motor Map-Reduce Cruzado sin Colisiones: Evalúa más de 103 controles combinados de OWASP AI-SVS e ISO/IEC 42001 en lotes paralelos usando enums de capítulo restringidos para que las Cláusulas 9/10 y Anexo A.9/A.10 jamás colisionen con C09/C10.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INGENIERÍA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Arquitectura C4 y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Desplegado en Google Cloud Run (Revisión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ARQUITECTURA DE SOFTWARE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Arquitectura Zero-Trust de 4 Capas y Defensa en Profundidad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Arquitectura serverless endurecida en Google Cloud Run detrás de Identity-Aware Proxy (IAP) con inferencia Vertex AI ADC sin llaves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Perímetro y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Lista blanca OAuth 2.0 en Firebase Auth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Avisos visibles ISO 42001 de Política, Apelación (A.5.2) y Canal Ético (A.3.3)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API Endurecida y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Contenedor Read-Only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sanitizando entradas/salidas en línea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Tokens en tiempo constante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Guardia DNS Rebinding (C10.5) y Firma MCP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Cuotas Anti-DoW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Vertex AI ADC y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vía IAM ADC sin requerir llave API Gemini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con modelos firmados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Motor Multi-Proveedor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Detector Multi-Turno Crescendo (C02.10) y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Bloqueo SSRF/IMDS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Datos, AutoSxS y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vía Admin SDK (308/308 pruebas)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y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con alertas SOC en tiempo real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Manifiesto SHA-256 (C01.4) y Sagas Compensatorias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Aislamiento Zero-Trust y Alertas SCC AI (C12.2): El estado dinámico se guarda exclusivamente en Firestore (system_config/admin_settings) y /tmp/aegis-runtime-cache. Cada intento de inyección de prompts emite una alerta en tiempo real hacia SCC AI Protection para respuesta inmediata del SOC.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PROTECCIÓN IA EN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Stack de Protección ISO/IEC 42001 (Fases 3, 4 y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con Protección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CICLO DE VIDA DE PROTECCIÓN IA EN GOOGLE CLOUD (ISO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Productos Nativos de Seguridad y Gobernanza en las Fases 3, 4 y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Cómo AegisAI operacionaliza ISO/IEC 42001:2023 y OWASP AI-SVS v1.0 en Desarrollo, Evaluación y Despliegue Controlado en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FASE 3 • DISEÑO Y PROTECCIÓN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Fase 3: Desarrollo y Protecciones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Diseño de sistemas AI, desarrollo y cadena de suministro.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Mapa Visual de Brechas: Genera un mapa visual y basado en evidencia de las brechas entre el estado actual y el deseado (L1/L2/L3).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Garden / Model Registry: Librería de modelos revisados (Garden) y modelos personales (Registry). Modelos firmados y verificados por Google y socios, evitando modelos de Internet con posibles puertas traseras (ISO A.6.1.2 / A.7.3, C01.4).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Armor: Se posiciona delante de los LLM. Sanitiza entradas y salidas en tiempo real, bloquea inyección de prompts y jailbreaks, y filtra contenido tóxico del usuario y respuestas por igual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FASE 4 • EVALUACIÓN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Fase 4: Evaluación de Controles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Revisión automatizada de los controles aplicados.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Evaluation Service (AutoSxS): Marco integrado en Vertex AI que utiliza AutoSxS (categoriza y califica respuestas automáticamente como un maestro calificando la tarea de un alumno).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Métricas de Seguridad: Evalúa discurso de odio, acoso, contenido sexualmente explícito y contenido peligroso.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Pista de Auditoría ISO 42001: Más rápido y económico que la revisión manual por especialistas, proporcionando la pista de auditoría exigida por ISO/IEC 42001 Cláusula 9.1 y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FASE 5 • DESPLIEGUE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Fase 5: Despliegue Controlado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Despliegue controlado en producción y respuesta SOC.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AI Model Monitoring: Evalúa el rendimiento en producción detectando sesgo entrenamiento-producción (training-serving skew) y deriva (drift, cuando el mundo cambia y el modelo queda obsoleto), alertando de inmediato si deja de operar con seguridad (ISO Cláusula 9.1 / A.6.2.6).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Security Command Center (SCC) con Protección AI: Detección de amenazas y vulnerabilidades integrada con Vertex AI. Si alguien envía una inyección de prompts, aparece como alerta en tiempo real para que el SOC responda a tiempo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Integración en Escáner GCP en Vivo y Blueprint Remediado: El Escáner GCP en Vivo de AegisAI audita estos 5 servicios con tokens efímeros de solo lectura, y la Sección 3.4 de cada Arquitectura Remediada genera recetas Terraform/TypeScript listas para producción en las 3 fases.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FLUJO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Ciclo de Aseguramiento en 6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Trazabilidad completa multi-estándar OWASP AI-SVS + ISO/IEC 42001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EJECUCIÓN OPERATIVA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Flujo de Trabajo del Auditor: De la Ingesta al Blindaje 100%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Ciclo de aseguramiento determinístico en seis etapas con supervisión humana integrada y remediación automática de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Ingesta Autenticada y Model Armor Pre-Vuelo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El auditor corporativo (Cloud IAP + Firebase ID Token) carga PDFs/ZIPs; Model Armor, inspectPromptAndTrackSession (C02.10) y DLP sanean la entrada.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Contexto SHA-256 y Cadena de Suministro Model Garden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Snapshots normativos verificados con integrity-manifest.json (C01.4), procedencia firmada en Model Garden/Registry y BYOF por tenantDomain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Evaluación Map-Reduce en Vertex AI y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(ADC sin llaves, temperature: 0.0, responseLogprobs: false) evalúa cada lote con pista de auditoría Vertex Evaluation (AutoSxS).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Mapa Visual de Brechas y Apelación Humana (A.5.2)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Gráficos radar interactivos, mapa de brechas L1/L2/L3 basado en evidencia y flujo de Apelación / Revisión Humana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Arquitectura Remediada al 100% y Recetario Completo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Sintetiza la Sección 3 (incl. Stack GCP de 3 Fases ISO 42001) + Sección 4 (Recetario para todos los hallazgos 1..N) con etiquetas de sintaxis precisas.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y Saga Compensatoria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Guardado en Firestore con ACLs ownerUid (C05.4), reversión runCompensatingSaga (C09.4), monitoreo de skew/drift y alertas SOC en tiempo real vía SCC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ESPECIFICACIONES Y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Métricas de Ingeniería Verificadas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Auditado contra OWASP AI-SVS v1.0 e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ESPECIFICACIONES TÉCNICAS Y BENCHMARKS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Métricas Verificadas de DevSecOps, Reglas Firestore y Auto-Auditoría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Telemetría de producción y resultados de verificación automatizada de AegisAI v2.5 (revisión Cloud Run aegis-ai-00013).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97.8%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Puntaje Auto-Auditoría (100% ISO 42001 • 94.7% OWASP)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308 / 308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Pruebas Unitarias de Reglas Cloud Firestore Aprobadas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5 GCP AI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Servicios Nativos de Protección ISO 42001 (Fases 3, 4 y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0 Fallos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Cero Controles Obligatorios Fallidos Post-Remediación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Endurecimiento de Runtime, Contenedor y Stack GCP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Servicio Cloud Run: aegis-ai (us-central1, Cloud IAP obligatorio 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Sistema de Archivos: Usuario no-root aegisuser con chmod -R a-w /app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Cuenta de Servicio: aegis-runner-sa restringida a roles/aiplatform.user + roles/datastore.user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Stack GCP de 3 Fases: Model Garden/Registry, Model Armor, Vertex Evaluation (AutoSxS), Model Monitoring y SCC AI Protection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Red Saliente: validateOutboundEndpoint() bloquea RFC 1918, loopback e IMDS 169.254.169.254 (C04.3)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Vertex AI sin Llaves, Multi-Proveedor y FinOps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Motor Predeterminado: Google Vertex AI (gemini-3.8-flash) vía IAM ADC sin requerir llave API Gemini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Soporte Multi-Proveedor: Anthropic Claude, OpenRouter, OpenAI Directo y Proxy Local/Corporativo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Cuotas Anti-DoW (C11.1): 12 auditorías / 10 min, máx 2 concurrentes, 1.5M tokens / 24h por usuario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Guardia Multi-Turno (C02.10): Model Armor + detector crescendo en ventana de 6 turnos (HTTP 422)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Suite Documental Bilingüe: 8 PDFs en inglés + 9 PDFs en español + 3 Presentaciones Ejecutivas/FinOps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MATRIZ DE DEFENSA EN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Trazabilidad Completa OWASP AI-SVS v1.0 e ISO/IEC 42001:2023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Documentado en Manual 2 (Diseño), Manual 3 (Arquitectura), Manual 6 (Despliegue) y Manual 8 (AIMS ISO 42001)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TRAZABILIDAD INTEGRAL DE REMEDIACIÓN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Controles Aplicados de OWASP AI-SVS v1.0 e ISO/IEC 42001:2023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Controles arquitectónicos y de gobernanza implementados en código, contenedor, perímetro cloud y políticas 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Controles Técnicos OWASP AI-SVS v1.0 (17 Dominios Endurecidos)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y C13.1 Cadena de Suministro: Verificación SHA-256 al arranque + modelos firmados en Vertex AI Model Garden /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y C07.1 Sanitización en Línea: Google Cloud Model Armor + bloqueo multi-turno Crescendo inspectPromptAndTrackSession()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y C04.3 Infraestructura: /app de solo lectura (chmod -R a-w), Cloud IAP, VPC y filtro SSRF/IMDS validateOutboundEndpoint().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y C05.4 Auth/IAM: Revocación de roles/viewer en aegis-runner-sa, crypto.timingSafeEqual, Firebase ID token y ACLs ownerUid.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y C08.4 RAG y Evaluación: Pre-filtrado ACL por dominio, Vertex Evaluation Service (AutoSxS) y Model Monitoring (skew/drift).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y C10.1–C10.5 Agentes/MCP: Reversión runCompensatingSaga(), firma Ed25519/HMAC MCP, OAuth 2.1 PKCE y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y C12.2 FinOps/SIEM: acquireAntiDoWQuota(), responseLogprobs: false y alertas SOC en tiempo real vía SCC AI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Controles de Gobernanza ISO/IEC 42001:2023 AIMS (18 Cláusulas y Anexo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4.1 y 4.2 Contexto y Stakeholders: Matriz FODA/PESTEL, rol como proveedor de aseguramiento IA y registro de partes interesadas.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5.1, 5.2, A.2.1 y A.2.3 Liderazgo y Política IA: Política Corporativa de IA aprobada con ciclo de revisión anual.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7.2, 7.3 y A.3.3 Competencia y Canal Ético: Certificación anual de auditores y canal confidencial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y A.7.3 Activos y Cadena de Suministro IA: Catálogo de modelos verificados y firmados vía Model Garden y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y A.6.2.6 Impacto, Apelación y Seguridad: Metodología AIIA, apelación humana, Model Armor y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9.1–9.3, A.6.2.4 y A.6.2.8 Evaluación y SOC: Pista de auditoría Vertex Evaluation (AutoSxS), auditorías internas y alertas SCC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VISIÓN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Visión Estratégica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Contacto: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EVOLUCIÓN Y HOJA DE RUTA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Siguientes Horizontes en la Ingeniería de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Hoja de ruta estratégica tras nuestras presentaciones del Release Candidate ante Farmacias del Ahorro, AMF y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CORTO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Compuertas Nativas CI/CD Shift-Left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GitHub Actions y GitLab CI Runners oficiales para bloquear automáticamente Pull Requests que introduzcan vulnerabilidades de inyección de prompts, manifiestos MCP sin firma o bases vectoriales sin cifrado.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MEDIANO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Auditoría de Grafos Multi-Agente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Módulo especializado para auditar flujos de agentes autónomos (LangGraph, CrewAI, AutoGen): fronteras de autorización de herramientas, sagas compensatorias y aislamiento de memoria entre agentes.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LARGO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Auto-Remediación con IaC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Síntesis automatizada en un clic de módulos de Terraform y Helm Charts que aplican directamente políticas de Cloud IAP, VPC Service Controls y Model Armor en clústeres productivos.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Conclusión: Aseguramiento Empresarial Construido por $19.41, Auditando por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Combinando Google AI Studio, Google Antigravity, Vertex AI Gemini 3.8 Flash, Model Garden/Registry, Model Armor, AutoSxS, Model Monitoring y SCC AI Protection, AegisAI opera con &gt;99% menor costo que las alternativas tradicionales.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