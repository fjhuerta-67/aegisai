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EXECUTIVE &amp;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01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v2.5 • Hardened Release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Google Cloud Run • Vertex AI • Model Armor • AutoSxS • SCC AI Protection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325880"/>
            <a:ext cx="6522415" cy="365760"/>
          </a:xfrm>
          <a:prstGeom prst="roundRect">
            <a:avLst/>
          </a:prstGeom>
          <a:solidFill>
            <a:srgbClr val="122142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8BDF8"/>
                </a:solidFill>
                <a:latin typeface="Arial"/>
              </a:rPr>
              <a:t>GOOGLE CLOUD AI SECURITY &amp; ISO/IEC 42001 AIMS GOVERNANCE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1072865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Assurance, Governance &amp;</a:t>
            </a:r>
          </a:p>
          <a:p>
            <a:pPr algn="ctr">
              <a:spcBef>
                <a:spcPts val="400"/>
              </a:spcBef>
            </a:pPr>
            <a:r>
              <a:rPr sz="3400" b="1">
                <a:solidFill>
                  <a:srgbClr val="38BDF8"/>
                </a:solidFill>
                <a:latin typeface="Arial"/>
              </a:rPr>
              <a:t>Continuous AI Auditing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20440"/>
            <a:ext cx="99971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>
                <a:solidFill>
                  <a:srgbClr val="E2E8F0"/>
                </a:solidFill>
                <a:latin typeface="Arial"/>
              </a:rPr>
              <a:t>Comprehensive platform to assess, audit, and harden Enterprise Artificial Intelligence Architectures (GenAI, LLMs, Autonomous Agents, MCP &amp; RAG) under global standards OWASP AI-SVS v1.0 (Level L2/L3) and ISO/IEC 42001:2023.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0907" y="4892040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12214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8BDF8"/>
                </a:solidFill>
                <a:latin typeface="Arial"/>
              </a:rPr>
              <a:t>Cloud IAP Zero-Trust Perimeter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7067" y="4892040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1221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60A5FA"/>
                </a:solidFill>
                <a:latin typeface="Arial"/>
              </a:rPr>
              <a:t>Vertex AI Gemini 3.8 Flash (Keyless ADC)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3227" y="4892040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0B2E2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4D399"/>
                </a:solidFill>
                <a:latin typeface="Arial"/>
              </a:rPr>
              <a:t>Model Garden &amp; Model Armor (Phase 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0907" y="545896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261840"/>
          </a:solidFill>
          <a:ln w="1270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D8B4FE"/>
                </a:solidFill>
                <a:latin typeface="Arial"/>
              </a:rPr>
              <a:t>Vertex Evaluation AutoSxS (Phase 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7067" y="545896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0B2E2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4D399"/>
                </a:solidFill>
                <a:latin typeface="Arial"/>
              </a:rPr>
              <a:t>Model Monitoring &amp; SCC AI (Phase 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3227" y="545896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12214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8BDF8"/>
                </a:solidFill>
                <a:latin typeface="Arial"/>
              </a:rPr>
              <a:t>308/308 Firestore Rules Tests Passed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RISK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02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AI Risk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Source: IBM Cost of a Data Breach 2025, OWASP AI-SVS v1.0 &amp; ISO/IEC 42001:2023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THE PROBLEM TO SOLVE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The Critical Security Blindspot in Enterprise GenAI Adoption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Enterprises are shipping generative AI models, agentic workflows, MCP tools, and RAG pipelines without architectural verification or ISO 42001 governance.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2057400"/>
          </a:xfrm>
          <a:prstGeom prst="roundRect">
            <a:avLst>
              <a:gd name="adj" fmla="val 4000"/>
            </a:avLst>
          </a:prstGeom>
          <a:solidFill>
            <a:srgbClr val="34141E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87171"/>
                </a:solidFill>
                <a:latin typeface="Arial"/>
              </a:rPr>
              <a:t>⚠ Ungoverned AI Access &amp; Breaches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Per IBM Cost of a Data Breach 2025, 13% of organizations reported breaches of AI models or applications, and 97% of those lacked proper AI access controls or formal impact assessments (ISO 42001 A.5.1).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2057400"/>
          </a:xfrm>
          <a:prstGeom prst="roundRect">
            <a:avLst>
              <a:gd name="adj" fmla="val 4000"/>
            </a:avLst>
          </a:prstGeom>
          <a:solidFill>
            <a:srgbClr val="34141E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87171"/>
                </a:solidFill>
                <a:latin typeface="Arial"/>
              </a:rPr>
              <a:t>⚠ Multi-Turn &amp; Agentic Attack Surface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RAG pipelines, MCP servers, and autonomous agents introduce critical vectors: Multi-Turn Crescendo Prompt Injection (C02.10), Normative/Vector Poisoning (C01.4), and SSRF/IMDS exfiltration (C04.3).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2057400"/>
          </a:xfrm>
          <a:prstGeom prst="roundRect">
            <a:avLst>
              <a:gd name="adj" fmla="val 4000"/>
            </a:avLst>
          </a:prstGeom>
          <a:solidFill>
            <a:srgbClr val="34141E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87171"/>
                </a:solidFill>
                <a:latin typeface="Arial"/>
              </a:rPr>
              <a:t>⚠ CISO vs. Data Science Silo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Security teams lack tools to audit agent graphs, MCP manifests (C10.1), and pre-retrieval vector ACLs (C08.1); AI developers lack automated mappings to formal compliance clauses.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5440680" cy="19659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BBF24"/>
                </a:solidFill>
                <a:latin typeface="Arial"/>
              </a:rPr>
              <a:t>Lack of Operationalized Governance (ISO/IEC 42001)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Organizations struggle to operationalize ISO/IEC 42001:2023 requirements—such as Corporate AI Policies (A.2.1), Confidential Whistleblowing (A.3.3), AI Asset Inventories (A.4.1), and Human Verdict Appeals (A.5.2)—into software engineering workflows.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4160520"/>
            <a:ext cx="5440680" cy="19659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Proliferation of 'Shadow AI' &amp; Denial of Wallet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Unregulated external API calls, timing-vulnerable token checks (C05.3), over-privileged service accounts (C05.2), missing Anti-DoW token budgets (C11.1), and exposed logit probabilities (C11.4).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CONSEQUENCE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03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Impact &amp; Business Continuity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Criteria aligned with ISO/IEC 42001:2023 Clause 6 &amp; Annex A.5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IMPACT OF INACTION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The Real Cost of Neglecting Proactive AI Assurance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Operating unverified AI systems exposes organizations to severe financial, regulatory, and operational liabilities.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01952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F87171"/>
                </a:solidFill>
                <a:latin typeface="Arial"/>
              </a:rPr>
              <a:t>€35M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or 7% of global annual turnover in EU AI Act Art. 99 penalties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1901952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FBBF24"/>
                </a:solidFill>
                <a:latin typeface="Arial"/>
              </a:rPr>
              <a:t>97%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of breached AI apps lacked proper AI access controls (IBM 2025)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901952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38BDF8"/>
                </a:solidFill>
                <a:latin typeface="Arial"/>
              </a:rPr>
              <a:t>10 / 10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Automated OWASP LLM Top-10 risk checks enforced per audit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34272" y="1901952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34D399"/>
                </a:solidFill>
                <a:latin typeface="Arial"/>
              </a:rPr>
              <a:t>148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Built-in controls (AISVS 56, ISO 42001 54, EU 10, LFPDPPP/LFPC 28)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29000"/>
            <a:ext cx="3547872" cy="26974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87171"/>
                </a:solidFill>
                <a:latin typeface="Arial"/>
              </a:rPr>
              <a:t>Exfiltration of Secrets, IMDS &amp; PII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Multi-turn crescendo jailbreaks and SSRF payloads engineered to extract cloud metadata (169.254.169.254), API keys, or cross-tenant records when pre-retrieval ACLs (C08.1) are absent.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3429000"/>
            <a:ext cx="3547872" cy="26974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BBF24"/>
                </a:solidFill>
                <a:latin typeface="Arial"/>
              </a:rPr>
              <a:t>Regulatory Injunctions &amp; Non-Conformity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Failure to demonstrate ISO/IEC 42001 AIMS controls, GDPR/LFPDPPP ARCO cascading deletion, or LFPC Art. 56 cooling-off mechanisms triggers mandatory shutdowns and statutory fines.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429000"/>
            <a:ext cx="3547872" cy="26974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D8B4FE"/>
                </a:solidFill>
                <a:latin typeface="Arial"/>
              </a:rPr>
              <a:t>Unappealable Algorithmic Harm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Hallucinated compliance verdicts or biased automated decisions without human-in-the-loop appeal channels (ISO 42001 A.5.2) or ethics whistleblowing (A.3.3) erode institutional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04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Value Proposition &amp; Core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Powered by Google Cloud Vertex AI (Gemini 3.8 Flash)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OUR SOLUTION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AegisAI: Comprehensive &amp; Automated AI Assurance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Transforming AI security and ISO 42001 governance auditing from weeks of manual review into deterministic, evidence-backed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5440680" cy="242316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60A5FA"/>
                </a:solidFill>
                <a:latin typeface="Arial"/>
              </a:rPr>
              <a:t>🛡 Shift-Left Multi-Standard Verification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Inspects architecture documents, PDFs, ZIP bundles, microservice specs, and live GCP telemetry against OWASP AI-SVS v1.0 and ISO/IEC 42001:2023 simultaneously.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Deterministic Map-Reduce evaluation with strict chapter enum schemas (buildBatchChaptersSchema).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Mandatory verbatim citation grounding (textoEvidencia &amp; fuenteEvidencia).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Pre-inference DLP masking and C02.10 multi-turn crescendo prompt injection blocking.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38528"/>
            <a:ext cx="5440680" cy="242316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⚡ 100% Remediated Architecture &amp; Full Cookbook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Synthesizes a complete Drop-in Replacement Architecture Specification (Section 3) plus a full, untruncated Patch Cookbook (Section 4) for every finding.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Renders all 1..N failed and missing-evidence controls with zero truncation.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Smart sentence-boundary truncation (truncateAtSentenceBoundary) prevents mid-word cuts.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Accurate syntax highlighting for typescript, hcl (Terraform), yaml, python, and bash.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26280"/>
            <a:ext cx="3547872" cy="162763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Keyless GCP Live Scanner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Inspects Vertex AI, Cloud Run, Secret Manager, and IAM via ephemeral read-only caller tokens (C05.2).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4526280"/>
            <a:ext cx="3547872" cy="162763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D8B4FE"/>
                </a:solidFill>
                <a:latin typeface="Arial"/>
              </a:rPr>
              <a:t>SHA-256 Normative Integrity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Startup verification against integrity-manifest.json (C01.4) + tenant-isolated BYOF (C08.1).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526280"/>
            <a:ext cx="3547872" cy="162763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BBF24"/>
                </a:solidFill>
                <a:latin typeface="Arial"/>
              </a:rPr>
              <a:t>Continuous AIMS Telemetry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Tracks citation grounding coverage, JSON schema fidelity, latency, and human appeals (C08.4 / Clause 9.1).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GOVERNANCE &amp;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05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Frameworks &amp; Compliance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Aligned with OWASP AI-SVS v1.0, ISO/IEC 42001:2023, NIST AI RMF &amp; EU AI 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COMPLIANCE MATRIX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Multi-Standard Framework Support &amp; ISO/IEC 42001 AIMS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Simultaneous evaluation across global technical security standards, management systems, and regional privacy statutes.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901952"/>
          <a:ext cx="1109441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468880"/>
                <a:gridCol w="4876495"/>
                <a:gridCol w="1645920"/>
              </a:tblGrid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Standard / Framework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Technical &amp; Governance Scope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Key Controls Verified &amp; Enforced by AegisAI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Assurance Level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OWASP AI-SVS v1.0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AI Security Verification Standard (12 Chapters)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C01.4 SHA-256 Manifest, C02.10 Crescendo Guard, C04.1 Read-Only Container, C04.3 Cloud IAP &amp; SSRF Block, C05.2–C05.4 Constant-Time Auth &amp; IAM, C08.1/C08.4 RAG ACLs, C09.4 Sagas, C10.1–C10.5 MCP Security, C11.1/C11.4 Anti-DoW &amp; Logprobs Off, C12.2 SIEM Alerts.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L1 / L2 / L3 Ready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ISO/IEC 42001:2023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AI Management System (AIMS Clauses 4–10 &amp; Annex A)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Clause 4.1/4.2 Context &amp; Stakeholders, Clause 5/A.2.1/A.2.3 Corporate AI Policy, Clause 7/A.3.3 Competency &amp; Whistleblowing, A.4.1 AI Asset Inventory, A.5.1–A.5.3 Impact Assessment &amp; Human Appeal, Clause 9 KPIs &amp; Internal Audit, A.9.1/A.9.2 Acceptable Use.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Certification Ready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Mexican Regulatory (2026)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Consumer Protection (LFPC) &amp; Personal Data (LFPDPPP)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Algorithmic transparency, deceptive commercial pattern prevention, Art. 56 5-day cooling-off retraction, ARCO cascading deletion, and DLP PII masking.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Regional Statutory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BYOF Custom Framework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Bring Your Own Framework (Multi-Tenant)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Admin-authenticated ingestion (C05.3) with SHA-256 integrity checks (C01.4) and pre-retrieval tenant domain ACL filtering (allowedDomains, C08.1).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Tenant Isolated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5376672"/>
            <a:ext cx="11094415" cy="786384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19">
                <a:solidFill>
                  <a:srgbClr val="E2E8F0"/>
                </a:solidFill>
                <a:latin typeface="Arial"/>
              </a:rPr>
              <a:t>Unified Cross-Framework Map-Reduce: Evaluates 103+ combined OWASP AI-SVS &amp; ISO/IEC 42001 controls in parallel batches using constrained chapter ID enums so ISO Clauses 9/10 and Annex A.9/A.10 never collide with OWASP C09/C10.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SYSTEM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06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C4 Container &amp; Security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Deployed on Google Cloud Run (Revision aegis-ai-00013)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SOFTWARE ARCHITECTURE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4-Layer Zero-Trust &amp; Defense-in-Depth Architecture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Hardened serverless architecture deployed on Google Cloud Run behind Identity-Aware Proxy (IAP) with keyless Vertex AI ADC inference.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2633472" cy="3246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1. Perimeter &amp; SPA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Cloud IAP (--no-allow-unauthenticated)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React 19 + TS + Vite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Firebase Auth OAuth 2.0 domain allowlist (google.com, altostrat.com)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Embedded ISO 42001 Policy, Appeal (A.5.2) &amp; Whistleblowing (A.3.3)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938528"/>
            <a:ext cx="2633472" cy="3246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60A5FA"/>
                </a:solidFill>
                <a:latin typeface="Arial"/>
              </a:rPr>
              <a:t>2. Hardened API &amp; Model Armor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Read-Only Container (chmod -R a-w /app, C04.1)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Google Cloud Model Armor inline prompt/response sanitizer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Constant-time token check (crypto.timingSafeEqual, C05.3)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DNS Rebinding Guard (C10.5) &amp; MCP Signature Verifier (C10.1)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Anti-DoW Quotas (C11.1)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938528"/>
            <a:ext cx="2633472" cy="3246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3. Keyless Vertex AI &amp; Multi-LLM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Vertex AI (gemini-3.8-flash) via keyless IAM ADC (no Gemini API key needed)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Model Garden / Model Registry signed provenance (C01.4)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Multi-Provider Engine (Claude, OpenRouter, OpenAI, Local Proxy)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Multi-Turn Crescendo Detector (C02.10) &amp; Logprobs Off (C11.4)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Outbound SSRF/IMDS Block (C04.3)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938528"/>
            <a:ext cx="2633472" cy="3246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D8B4FE"/>
                </a:solidFill>
                <a:latin typeface="Arial"/>
              </a:rPr>
              <a:t>4. Data, AutoSxS &amp; SCC AI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Cloud Firestore (aegis-ai-db) via Admin SDK (308/308 rules tests)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Vertex Evaluation Service (AutoSxS) &amp; Model Monitoring (skew/drift)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Security Command Center (SCC) AI Protection real-time SOC alerts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SHA-256 Manifest (C01.4) &amp; Compensating Sagas (C09.4)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21808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30">
                <a:solidFill>
                  <a:srgbClr val="E2E8F0"/>
                </a:solidFill>
                <a:latin typeface="Arial"/>
              </a:rPr>
              <a:t>Zero-Trust Isolation &amp; SCC AI Alerting (C12.2): Runtime state writes exclusively to Firestore (system_config/admin_settings) and ephemeral /tmp/aegis-runtime-cache. Every prompt injection or security event emits a real-time SCC AI Protection alert to the SOC.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GOOGLE CLOUD AI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07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ISO/IEC 42001 Phases 3, 4 &amp; 5 Protection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Model Garden/Registry • Model Armor • Vertex Evaluation (AutoSxS) • Model Monitoring • SCC AI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GOOGLE CLOUD AI PROTECTION LIFECYCLE (ISO/IEC 42001)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5 Native Google Cloud Security &amp; Governance Products Across Phases 3, 4 &amp; 5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How AegisAI operationalizes ISO/IEC 42001:2023 and OWASP AI-SVS v1.0 across Development, Evaluation, and Production Deployment.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8BDF8"/>
                </a:solidFill>
                <a:latin typeface="Arial"/>
              </a:rPr>
              <a:t>PHASE 3 • DESIGN &amp; BUILD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8BDF8"/>
                </a:solidFill>
                <a:latin typeface="Arial"/>
              </a:rPr>
              <a:t>Phase 3: Development &amp; Protections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Objective: AI System Design, Development &amp; Supply Chain Protection.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• Visual &amp; Evidence-Based Gap Map: Maps current vs. desired state (L1/L2/L3) with verbatim evidence.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• Model Garden / Model Registry: Reviewed library (Garden) &amp; private library (Registry). Models are signed &amp; verified by Google and partners—preventing untrusted internet models with backdoors (ISO A.6.1.2 / A.7.3, C01.4).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• Model Armor: Inline in front of LLMs. Sanitizes inputs &amp; outputs in real time, blocks prompt injections &amp; jailbreaks, and filters toxic content from user and model responses alike (ISO A.6.2.6, C02.10).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261840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D8B4FE"/>
                </a:solidFill>
                <a:latin typeface="Arial"/>
              </a:rPr>
              <a:t>PHASE 4 • EVALUATION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D8B4FE"/>
                </a:solidFill>
                <a:latin typeface="Arial"/>
              </a:rPr>
              <a:t>Phase 4: Evaluation of Controls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Objective: Automated Review &amp; Audit Trail of Applied Controls.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• Vertex Evaluation Service (AutoSxS): Integrated Vertex AI evaluation framework using AutoSxS—which automatically categorizes and grades model responses like a teacher grading a student's homework.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• Automated Safety Metrics: Evaluates hate speech, harassment, sexually explicit content, and dangerous content.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• ISO 42001 Audit Trail: Faster and far more cost-effective than manual review by human specialists, generating the immutable audit trail required by ISO/IEC 42001 Clause 9.1 &amp; A.6.2.4 (OWASP C08.4).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4D399"/>
                </a:solidFill>
                <a:latin typeface="Arial"/>
              </a:rPr>
              <a:t>PHASE 5 • DEPLOYMENT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Phase 5: Controlled Deployment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Objective: Controlled Production Rollout, Drift Detection &amp; SOC Response.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• Vertex AI Model Monitoring: Evaluates production performance by detecting training-serving skew (when live data differs from training data) and drift (when the world changes and the model becomes obsolete), alerting immediately if safety degrades (ISO Clause 9.1 / A.6.2.6).</a:t>
            </a:r>
          </a:p>
          <a:p>
            <a:pPr>
              <a:spcBef>
                <a:spcPts val="400"/>
              </a:spcBef>
            </a:pPr>
            <a:r>
              <a:rPr sz="869">
                <a:solidFill>
                  <a:srgbClr val="E2E8F0"/>
                </a:solidFill>
                <a:latin typeface="Arial"/>
              </a:rPr>
              <a:t>• Security Command Center (SCC) with AI Protection: Threat &amp; vulnerability detection integrated with Vertex AI. Prompt injection attempts surface as real-time security alerts so the SOC can respond in time (ISO A.6.2.8 / C12.2).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21808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10">
                <a:solidFill>
                  <a:srgbClr val="E2E8F0"/>
                </a:solidFill>
                <a:latin typeface="Arial"/>
              </a:rPr>
              <a:t>End-to-End Live GCP Scanner &amp; Remediated Blueprint Integration: AegisAI's Live GCP Scanner inspects all 5 services via ephemeral read-only OAuth tokens, and Section 3.4 of every generated Remediated Architecture Blueprint outputs drop-in Terraform/TypeScript enforcement recipes for all 3 phases.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OPERATIONAL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08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6-Stage Assurance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Full multi-standard OWASP AI-SVS + ISO/IEC 42001 traceability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OPERATIONAL EXECUTION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The Auditor's Workflow: From Ingestion to 100% Hardening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Six-stage deterministic assurance lifecycle with built-in human oversight and automated code remediation.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1. Authenticated Ingestion &amp; Model Armor Guardrails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Corporate user (verified via Cloud IAP + Firebase ID Token) uploads PDFs/ZIPs/specs; Model Armor, inspectPromptAndTrackSession (C02.10) &amp; DLP sanitize input.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28416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2. SHA-256 Verified &amp; Model Garden Provenance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Normative snapshots verified against integrity-manifest.json (C01.4), signed Model Garden/Registry verification &amp; tenant-filtered BYOF (C08.1).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18304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3. Deterministic Vertex AI Map-Reduce &amp; AutoSxS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gemini-3.8-flash (keyless ADC, temperature: 0.0, responseLogprobs: false) evaluates batches with Vertex Evaluation Service (AutoSxS) audit trail.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1" y="1938528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4. Visual Gap Map &amp; Human Appeal (ISO A.5.2)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Interactive radar charts, evidence-based L1/L2/L3 gap map, and direct Verdict Appeal / Human Review workflow (ai-appeals@aegisai.enterprise).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3328416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5. 100% Remediated Architecture &amp; Full Cookbook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Synthesizes Section 3 drop-in architecture (incl. 3-Phase GCP Protection Stack) + Section 4 Cookbook for all 1..N findings with syntax tags.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4718304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6. Model Monitoring, SCC AI &amp; Compensating Saga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Saved to Firestore with ownerUid ACLs (C05.4), runCompensatingSaga rollback (C09.4), Model Monitoring skew/drift checks &amp; SCC AI real-time SOC alerts.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SPECS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09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Verified Engineering Benchmarks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Audited against OWASP AI-SVS v1.0 &amp; ISO/IEC 42001:2023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TECHNICAL SPECIFICATIONS &amp; BENCHMARKS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Verified DevSecOps, Firestore Rules &amp; Self-Audit Metrics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Production telemetry and automated verification results from AegisAI v2.5 (Cloud Run revision aegis-ai-00013).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01952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34D399"/>
                </a:solidFill>
                <a:latin typeface="Arial"/>
              </a:rPr>
              <a:t>97.8%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Self-Audit Score (100% ISO 42001 • 94.7% OWASP AI-SVS)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1901952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38BDF8"/>
                </a:solidFill>
                <a:latin typeface="Arial"/>
              </a:rPr>
              <a:t>308 / 308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Cloud Firestore Security Rules Unit Tests Passed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901952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D8B4FE"/>
                </a:solidFill>
                <a:latin typeface="Arial"/>
              </a:rPr>
              <a:t>5 GCP AI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Native ISO 42001 Security Services (Phases 3, 4 &amp; 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34272" y="1901952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FBBF24"/>
                </a:solidFill>
                <a:latin typeface="Arial"/>
              </a:rPr>
              <a:t>0 Failed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Zero Failed Mandatory Controls in Post-Remediation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64992"/>
            <a:ext cx="5440680" cy="27432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Runtime, Container &amp; GCP Protection Specs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Cloud Run Service: aegis-ai (us-central1, Cloud IAP enforced --no-allow-unauthenticated)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Container Rootfs: Non-root user aegisuser with chmod -R a-w /app (C04.1)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Service Account: aegis-runner-sa restricted strictly to roles/aiplatform.user + roles/datastore.user (C05.2)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3-Phase GCP Stack: Model Garden/Registry, Model Armor, Vertex Evaluation (AutoSxS), Model Monitoring &amp; SCC AI Protection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Outbound Network: validateOutboundEndpoint() blocks RFC 1918, loopback &amp; IMDS 169.254.169.254 (C04.3)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3364992"/>
            <a:ext cx="5440680" cy="27432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Keyless Vertex AI, Multi-Provider &amp; FinOps Specs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Default Engine: Google Vertex AI (gemini-3.8-flash) via keyless IAM ADC (no Gemini API key required)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Multi-Provider Support: Anthropic Claude, OpenRouter, OpenAI Direct &amp; Local/Corporate Proxy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Anti-DoW Quotas (C11.1): 12 audits / 10 min, max 2 concurrent jobs, 1.5M tokens / 24h per user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Multi-Turn Guard (C02.10): Model Armor + 6-turn sliding-window crescendo detector (HTTP 422)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Bilingual Documentation Suite: 8 English PDFs + 9 Spanish PDFs + 3 Executive/FinOps/Master Decks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DEFENSE-IN-DEPTH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10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Complete OWASP AI-SVS v1.0 &amp; ISO/IEC 42001:2023 Traceability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Documented in Manual 2 (Architecture), Manual 3 (Admin), Manual 4/6 (Deployment) &amp; Manual 8 (ISO 42001 AIMS)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END-TO-END REMEDIATION TRACEABILITY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OWASP AI-SVS v1.0 &amp; ISO/IEC 42001:2023 Controls Enforced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Comprehensive architectural and governance controls implemented across code, container, cloud perimeter, and AIMS policies.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5440680" cy="416052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OWASP AI-SVS v1.0 Technical Controls (17 Hardened Domains)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C01.4 &amp; C13.1 Supply Chain: SHA-256 manifest verification + signed Vertex AI Model Garden / Registry provenance.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C02.10 &amp; C07.1 Prompt/Output Guard: Google Cloud Model Armor inline sanitization + 6-turn Crescendo blocker (HTTP 422).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C04.1 &amp; C04.3 Infrastructure: Read-only /app (chmod -R a-w), Cloud IAP, VPC egress &amp; validateOutboundEndpoint() SSRF/IMDS block.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C05.2, C05.3 &amp; C05.4 Auth/IAM: Pruned roles/viewer on aegis-runner-sa, crypto.timingSafeEqual, Firebase ID token &amp; Firestore ownerUid ACLs.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C08.1 &amp; C08.4 RAG &amp; Evaluation: Tenant domain ACL pre-filtering, Vertex Evaluation Service (AutoSxS) &amp; Model Monitoring skew/drift.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C09.4 &amp; C10.1–C10.5 Agents/MCP: runCompensatingSaga() rollback, MCP Ed25519/HMAC manifest verification, OAuth 2.1 PKCE &amp; dnsRebindingGuard.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C11.1, C11.4 &amp; C12.2 FinOps/SIEM: acquireAntiDoWQuota(), responseLogprobs: false &amp; SCC AI Protection real-time SOC alerts.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38528"/>
            <a:ext cx="5440680" cy="416052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ISO/IEC 42001:2023 AIMS Governance Controls (18 Clauses &amp; Annex A)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Clause 4.1 &amp; 4.2 Context &amp; Stakeholders: Formal internal/external issue matrix, societal role as AI assurance provider &amp; stakeholder mapping.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Clause 5.1, 5.2, A.2.1 &amp; A.2.3 Leadership &amp; AI Policy: Executive-approved Corporate AI Policy with annual revision cycle.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Clause 7.2, 7.3 &amp; A.3.3 Competency &amp; Whistleblowing: Mandatory role training &amp; confidential ethics reporting (ai-ethics-whistleblower@aegisai.enterprise).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A.4.1, A.6.1.2 &amp; A.7.3 AI Asset &amp; Model Supply Chain: Cataloged models verified via Vertex AI Model Garden &amp; private Model Registry.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A.5.1–A.5.3 &amp; A.6.2.6 Impact, Appeals &amp; Runtime Safety: Formal AIIA, human appeal channel, Model Armor &amp; Vertex AI Model Monitoring.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Clause 9.1–9.3, A.6.2.4 &amp; A.6.2.8 Assurance &amp; SOC: Vertex Evaluation (AutoSxS) audit trail, semi-annual audits &amp; SCC AI Protection alerts.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STRATEGIC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11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Strategic Vision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Contact: opensource@aegis-ai.dev • GitHub: github.com/fjhuerta-67/AegisAI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EVOLUTION &amp; ROADMAP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Next Horizons in AegisAI Platform Engineering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Our forward-looking roadmap following our Release Candidate presentations to Farmacias del Ahorro, AMF, and Grupo Coppel.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29260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8BDF8"/>
                </a:solidFill>
                <a:latin typeface="Arial"/>
              </a:rPr>
              <a:t>Q4 2026 • NEAR TERM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8BDF8"/>
                </a:solidFill>
                <a:latin typeface="Arial"/>
              </a:rPr>
              <a:t>Native CI/CD Shift-Left Gates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E2E8F0"/>
                </a:solidFill>
                <a:latin typeface="Arial"/>
              </a:rPr>
              <a:t>Official GitHub Actions and GitLab CI Runners to automatically block pull requests introducing prompt injection vulnerabilities, unsigned MCP manifests, or unencrypted vector storage before merging.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29260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4D399"/>
                </a:solidFill>
                <a:latin typeface="Arial"/>
              </a:rPr>
              <a:t>Q1 2027 • MEDIUM TERM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Multi-Agent Graph Auditing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E2E8F0"/>
                </a:solidFill>
                <a:latin typeface="Arial"/>
              </a:rPr>
              <a:t>Specialized auditing module for complex autonomous agent workflows (LangGraph, CrewAI, AutoGen): tool authorization boundary checks, compensating saga verification, and inter-agent memory sandboxing.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29260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FBBF24"/>
                </a:solidFill>
                <a:latin typeface="Arial"/>
              </a:rPr>
              <a:t>Q2 2027 • LONG TERM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FBBF24"/>
                </a:solidFill>
                <a:latin typeface="Arial"/>
              </a:rPr>
              <a:t>Autonomous IaC Remediation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E2E8F0"/>
                </a:solidFill>
                <a:latin typeface="Arial"/>
              </a:rPr>
              <a:t>One-click automated synthesis of Terraform Modules and Helm Charts that directly apply Cloud IAP, VPC Service Controls, and Model Armor remediation recipes to cloud clusters.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47488"/>
            <a:ext cx="11094415" cy="109728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🎯 Conclusion: Enterprise AI Assurance Built for $19.41, Auditing for $0.08–$0.30</a:t>
            </a:r>
          </a:p>
          <a:p>
            <a:pPr>
              <a:spcBef>
                <a:spcPts val="400"/>
              </a:spcBef>
            </a:pPr>
            <a:r>
              <a:rPr sz="960">
                <a:solidFill>
                  <a:srgbClr val="E2E8F0"/>
                </a:solidFill>
                <a:latin typeface="Arial"/>
              </a:rPr>
              <a:t>By combining Google AI Studio, Google Antigravity, Vertex AI Gemini 3.8 Flash, Model Garden/Registry, Model Armor, AutoSxS, Model Monitoring, and SCC AI Protection, AegisAI delivers world-class OWASP AI-SVS &amp; ISO/IEC 42001 assurance at &gt;99% lower cost.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